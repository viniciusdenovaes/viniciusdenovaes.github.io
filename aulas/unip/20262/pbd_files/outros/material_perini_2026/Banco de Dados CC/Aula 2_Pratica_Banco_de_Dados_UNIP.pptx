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8" r:id="rId3"/>
    <p:sldId id="306" r:id="rId4"/>
    <p:sldId id="310" r:id="rId5"/>
    <p:sldId id="273" r:id="rId6"/>
    <p:sldId id="307" r:id="rId7"/>
    <p:sldId id="311" r:id="rId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437FFB-D889-4E35-80D7-62282096ABD0}" type="datetimeFigureOut">
              <a:rPr lang="pt-BR" smtClean="0"/>
              <a:t>18/02/2026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443DA8-3DF3-41E3-8439-B64B0FF63E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48714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18/02/2026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235068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18/02/2026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66580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18/02/2026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79983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18/02/2026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6976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18/02/2026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0917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18/02/2026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59014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18/02/2026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46942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18/02/2026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4042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18/02/2026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54843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18/02/2026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1828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18/02/2026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11019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o do Título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21" name="Nível de Corpo Um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22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5083939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940A59-C752-4765-B0CC-DA76ECD04D88}" type="datetimeFigureOut">
              <a:rPr lang="pt-BR" smtClean="0"/>
              <a:t>18/02/2026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6829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drive.google.com/drive/folders/1kcdKf4L5CHn_5-o5Z5Ree9Gcy4kz-orE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773382" y="1510290"/>
            <a:ext cx="9144000" cy="2387600"/>
          </a:xfrm>
        </p:spPr>
        <p:txBody>
          <a:bodyPr/>
          <a:lstStyle/>
          <a:p>
            <a:r>
              <a:rPr lang="pt-BR" dirty="0"/>
              <a:t>Banco de Dados</a:t>
            </a:r>
            <a:br>
              <a:rPr lang="pt-BR" dirty="0"/>
            </a:br>
            <a:r>
              <a:rPr lang="pt-BR" sz="3200" dirty="0"/>
              <a:t>Prof. José Carlos Perini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911927" y="3897890"/>
            <a:ext cx="9144000" cy="1655762"/>
          </a:xfrm>
        </p:spPr>
        <p:txBody>
          <a:bodyPr/>
          <a:lstStyle/>
          <a:p>
            <a:r>
              <a:rPr lang="pt-BR" dirty="0"/>
              <a:t>Aula 2 – Banco de Dados Relacional</a:t>
            </a:r>
          </a:p>
          <a:p>
            <a:r>
              <a:rPr lang="pt-BR" dirty="0"/>
              <a:t>Prática Modelo Conceitual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6416" y="69526"/>
            <a:ext cx="7340168" cy="2484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8814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FAA4B6-9FE1-0783-2574-4823E790F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Link da Apresentação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88C3ABF-90FD-EA68-BEF1-B52E4F3B76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5" y="2160590"/>
            <a:ext cx="10912983" cy="3880773"/>
          </a:xfrm>
        </p:spPr>
        <p:txBody>
          <a:bodyPr>
            <a:normAutofit/>
          </a:bodyPr>
          <a:lstStyle/>
          <a:p>
            <a:r>
              <a:rPr lang="pt-BR" sz="2400" dirty="0">
                <a:hlinkClick r:id="rId2"/>
              </a:rPr>
              <a:t>https://drive.google.com/drive/folders/1kcdKf4L5CHn_5-o5Z5Ree9Gcy4kz-orE</a:t>
            </a:r>
            <a:endParaRPr lang="pt-BR" sz="2400" dirty="0"/>
          </a:p>
          <a:p>
            <a:endParaRPr lang="pt-BR" sz="2400" dirty="0"/>
          </a:p>
          <a:p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3540331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025311-B713-74A1-E531-9DA0A4973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Prática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B94FF92-ECA3-E209-3F05-C12EAA3CC8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2160590"/>
            <a:ext cx="10177096" cy="3880773"/>
          </a:xfrm>
        </p:spPr>
        <p:txBody>
          <a:bodyPr>
            <a:normAutofit/>
          </a:bodyPr>
          <a:lstStyle/>
          <a:p>
            <a:r>
              <a:rPr lang="pt-BR" sz="2400" dirty="0"/>
              <a:t>Fazer no </a:t>
            </a:r>
            <a:r>
              <a:rPr lang="pt-BR" sz="2400" dirty="0" err="1"/>
              <a:t>BrModelo</a:t>
            </a:r>
            <a:r>
              <a:rPr lang="pt-BR" sz="2400" dirty="0"/>
              <a:t> os dois exemplos apresentados.</a:t>
            </a:r>
          </a:p>
          <a:p>
            <a:r>
              <a:rPr lang="pt-BR" sz="2400" dirty="0"/>
              <a:t>No modelo da escola, incluir:</a:t>
            </a:r>
          </a:p>
          <a:p>
            <a:pPr lvl="1"/>
            <a:r>
              <a:rPr lang="pt-BR" sz="2000" dirty="0"/>
              <a:t>Os atributos de Aluno: data de nascimento e gênero.</a:t>
            </a:r>
          </a:p>
          <a:p>
            <a:pPr lvl="1"/>
            <a:r>
              <a:rPr lang="pt-BR" sz="2000" dirty="0"/>
              <a:t>As entidades:</a:t>
            </a:r>
          </a:p>
          <a:p>
            <a:pPr lvl="1"/>
            <a:r>
              <a:rPr lang="pt-BR" sz="2000" dirty="0"/>
              <a:t>Professor: registro do professor, nome, data de nascimento, gênero e titulação.</a:t>
            </a:r>
          </a:p>
          <a:p>
            <a:pPr lvl="1"/>
            <a:r>
              <a:rPr lang="pt-BR" sz="2000" dirty="0"/>
              <a:t>Disciplina: código da disciplina, nome, carga horária.</a:t>
            </a:r>
          </a:p>
          <a:p>
            <a:pPr lvl="1"/>
            <a:r>
              <a:rPr lang="pt-BR" sz="2000" dirty="0"/>
              <a:t>Curso: código, nome, carga horária.</a:t>
            </a:r>
          </a:p>
          <a:p>
            <a:endParaRPr lang="pt-BR" sz="2400" dirty="0"/>
          </a:p>
          <a:p>
            <a:pPr lvl="1"/>
            <a:r>
              <a:rPr lang="pt-BR" sz="2000" dirty="0"/>
              <a:t>Fazer os relacionamentos entre as novas entidades.</a:t>
            </a:r>
          </a:p>
          <a:p>
            <a:endParaRPr lang="pt-BR" sz="2400" dirty="0"/>
          </a:p>
          <a:p>
            <a:endParaRPr lang="pt-BR" sz="2400" dirty="0"/>
          </a:p>
          <a:p>
            <a:endParaRPr lang="pt-BR" sz="240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6500D8B-08A2-99F8-1D6E-2318513BB873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7094722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Prática – possível solução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9810750" cy="376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244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854" y="1518515"/>
            <a:ext cx="5047561" cy="3192031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21672" y="6373090"/>
            <a:ext cx="41785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Fonte: Prof. Vitor Valério de Souza Campos</a:t>
            </a: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4720" y="1703242"/>
            <a:ext cx="4210050" cy="3181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9842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341" y="1319789"/>
            <a:ext cx="5333568" cy="3457720"/>
          </a:xfrm>
          <a:prstGeom prst="rect">
            <a:avLst/>
          </a:prstGeom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9079" y="2135909"/>
            <a:ext cx="4981575" cy="2466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41639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695" y="1532803"/>
            <a:ext cx="5089814" cy="3457020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8695" y="2200286"/>
            <a:ext cx="4995669" cy="2122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266070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996</TotalTime>
  <Words>125</Words>
  <Application>Microsoft Office PowerPoint</Application>
  <PresentationFormat>Widescreen</PresentationFormat>
  <Paragraphs>19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Tema do Office</vt:lpstr>
      <vt:lpstr>Banco de Dados Prof. José Carlos Perini</vt:lpstr>
      <vt:lpstr>Link da Apresentação</vt:lpstr>
      <vt:lpstr>Prática</vt:lpstr>
      <vt:lpstr>Prática – possível solução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Banco de Dados</dc:title>
  <dc:creator>User</dc:creator>
  <cp:lastModifiedBy>José Carlos Perini</cp:lastModifiedBy>
  <cp:revision>46</cp:revision>
  <dcterms:created xsi:type="dcterms:W3CDTF">2024-02-07T18:08:06Z</dcterms:created>
  <dcterms:modified xsi:type="dcterms:W3CDTF">2026-02-18T22:10:33Z</dcterms:modified>
</cp:coreProperties>
</file>