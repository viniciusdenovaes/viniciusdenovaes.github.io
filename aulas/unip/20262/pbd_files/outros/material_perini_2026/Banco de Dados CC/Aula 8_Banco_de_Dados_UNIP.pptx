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414" r:id="rId3"/>
    <p:sldId id="415" r:id="rId4"/>
    <p:sldId id="370" r:id="rId5"/>
    <p:sldId id="412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400" r:id="rId19"/>
    <p:sldId id="388" r:id="rId20"/>
    <p:sldId id="417" r:id="rId21"/>
    <p:sldId id="416" r:id="rId22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61356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8 – Cláusula </a:t>
            </a:r>
            <a:r>
              <a:rPr lang="pt-BR" dirty="0" err="1"/>
              <a:t>Select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Criar as tabelas a seguir e incluir alguns registros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31334"/>
            <a:ext cx="1146810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0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8F2FC41-5676-44E1-A3FB-A24674CDE005}"/>
              </a:ext>
            </a:extLst>
          </p:cNvPr>
          <p:cNvSpPr txBox="1"/>
          <p:nvPr/>
        </p:nvSpPr>
        <p:spPr>
          <a:xfrm>
            <a:off x="11058477" y="6193249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SQL File 10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6F5E60-8DD2-4369-96C5-D4391AE5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5" y="157162"/>
            <a:ext cx="3629890" cy="66691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749550C-3809-413D-A88F-DD3D97098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49" y="376237"/>
            <a:ext cx="6257926" cy="604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5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BE51-3FEE-90D0-746D-02012673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Categorias de comandos SQL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734AE6-A9D5-D80D-DDF3-D0239DEAA74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EBAF274-D665-F152-BBBD-3079DE56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653" y="1551619"/>
            <a:ext cx="5322620" cy="4489743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2174653" y="1431636"/>
            <a:ext cx="4115311" cy="7481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7630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59443"/>
            <a:ext cx="10366487" cy="1320800"/>
          </a:xfrm>
        </p:spPr>
        <p:txBody>
          <a:bodyPr/>
          <a:lstStyle/>
          <a:p>
            <a:r>
              <a:rPr lang="pt-BR" dirty="0"/>
              <a:t>A instrução SELECT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77335" y="1157529"/>
            <a:ext cx="101889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/>
              <a:t>Este comando serve para fazer consultas aos dados da tabela.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Sintaxe: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m 6" descr="https://paperx-dex-assets.s3.sa-east-1.amazonaws.com/images/1693228217773-wAu43c7mwQ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5" y="3701144"/>
            <a:ext cx="9460647" cy="3156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49" y="2371272"/>
            <a:ext cx="7648219" cy="106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0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892" y="387928"/>
            <a:ext cx="10366487" cy="716132"/>
          </a:xfrm>
        </p:spPr>
        <p:txBody>
          <a:bodyPr/>
          <a:lstStyle/>
          <a:p>
            <a:r>
              <a:rPr lang="pt-BR" b="1" dirty="0"/>
              <a:t>Exemplo de </a:t>
            </a:r>
            <a:r>
              <a:rPr lang="pt-BR" b="1" dirty="0" err="1"/>
              <a:t>Select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4C7E967-BF7C-707A-3E3E-7A64E89B7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92" y="1251841"/>
            <a:ext cx="3633635" cy="526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5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1"/>
            <a:ext cx="10366487" cy="716132"/>
          </a:xfrm>
        </p:spPr>
        <p:txBody>
          <a:bodyPr/>
          <a:lstStyle/>
          <a:p>
            <a:r>
              <a:rPr lang="pt-BR" b="1" dirty="0"/>
              <a:t>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55EB63-F16C-64CA-FE47-10BC3E8FE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45" y="1354560"/>
            <a:ext cx="10067328" cy="489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2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1"/>
            <a:ext cx="10366487" cy="716132"/>
          </a:xfrm>
        </p:spPr>
        <p:txBody>
          <a:bodyPr/>
          <a:lstStyle/>
          <a:p>
            <a:r>
              <a:rPr lang="pt-BR" b="1" dirty="0"/>
              <a:t>Limitando o número de linhas (no MySQL)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6032A1-55C2-4B1A-6925-51A5818C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40" y="1307991"/>
            <a:ext cx="7984477" cy="424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0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1"/>
            <a:ext cx="10366487" cy="716132"/>
          </a:xfrm>
        </p:spPr>
        <p:txBody>
          <a:bodyPr/>
          <a:lstStyle/>
          <a:p>
            <a:r>
              <a:rPr lang="pt-BR" b="1" dirty="0"/>
              <a:t>Limitando o número de linhas (no Oracle)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CAB0D6-0B53-6945-8843-020F6231F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73" y="1325733"/>
            <a:ext cx="7598060" cy="512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4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1"/>
            <a:ext cx="10366487" cy="716132"/>
          </a:xfrm>
        </p:spPr>
        <p:txBody>
          <a:bodyPr/>
          <a:lstStyle/>
          <a:p>
            <a:r>
              <a:rPr lang="pt-BR" b="1" dirty="0"/>
              <a:t>Concatenando colunas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E1E60A-11F6-F984-0EBB-EB8563BA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1" y="1710178"/>
            <a:ext cx="10955219" cy="414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1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489529"/>
            <a:ext cx="10366487" cy="716132"/>
          </a:xfrm>
        </p:spPr>
        <p:txBody>
          <a:bodyPr/>
          <a:lstStyle/>
          <a:p>
            <a:r>
              <a:rPr lang="pt-BR" b="1" dirty="0"/>
              <a:t>Utilizando a cláusula DISTINCT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ED33361-AD08-0FF5-6A54-AA9DC8195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325732"/>
            <a:ext cx="3134145" cy="533451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E009348-2B03-8E90-ADA2-FC242A636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377" y="1392826"/>
            <a:ext cx="4422548" cy="526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5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1"/>
            <a:ext cx="10366487" cy="716132"/>
          </a:xfrm>
        </p:spPr>
        <p:txBody>
          <a:bodyPr/>
          <a:lstStyle/>
          <a:p>
            <a:r>
              <a:rPr lang="pt-BR" b="1" dirty="0"/>
              <a:t>Operadores de Comparação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7959B8-30DC-DF50-CD3F-699469D2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9" y="1844607"/>
            <a:ext cx="5019272" cy="342281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98D48C3-5996-E49B-BA79-A51F26146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391" y="1844607"/>
            <a:ext cx="6453493" cy="312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05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E87FA-56B1-4A5F-D293-D18E44B2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Usando operadores de comparação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4C601E-3E44-65DA-FCDB-591A1D329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514585"/>
            <a:ext cx="7762371" cy="492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37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E87FA-56B1-4A5F-D293-D18E44B2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Usando operador BETWEEN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D503CD7-B27A-453D-AFF3-82C84220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55" y="1397363"/>
            <a:ext cx="10041295" cy="447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75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1350E-85CA-DC6C-3437-506D8C42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IN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070D9F-9506-CA30-7D09-3479AEEC2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49" y="2184259"/>
            <a:ext cx="10628271" cy="342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8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1350E-85CA-DC6C-3437-506D8C42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8338D0-A8E8-251D-012C-3008C70A1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462028"/>
            <a:ext cx="9898592" cy="36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45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03E6D-31F1-1A68-BC48-E17D5C65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 cláusula ORDER BY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EB6C0E-377B-4ECC-ECD7-4BB99B611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00" y="1930400"/>
            <a:ext cx="5723761" cy="353924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6ED6E1B-9A89-2059-DD7A-AF622A7B0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787" y="1999781"/>
            <a:ext cx="6195213" cy="350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56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Obtendo dados de várias tabelas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54" y="1791854"/>
            <a:ext cx="6802583" cy="45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067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B869D-AF04-388A-F281-DDB1781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 de duas tabelas (cláusula JOIN)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97F03D-847A-CE55-0C9D-C23B0E25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446593"/>
            <a:ext cx="9954491" cy="467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15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90737"/>
            <a:ext cx="2905125" cy="15335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061" y="2090737"/>
            <a:ext cx="4152900" cy="267652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C2041A7-CA3F-42D5-A8FE-345A83F54738}"/>
              </a:ext>
            </a:extLst>
          </p:cNvPr>
          <p:cNvSpPr txBox="1"/>
          <p:nvPr/>
        </p:nvSpPr>
        <p:spPr>
          <a:xfrm>
            <a:off x="838200" y="948646"/>
            <a:ext cx="103649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800" dirty="0"/>
              <a:t>Criar as tabelas empregado e departamento e incluir os dados, conforme a imagem abaixo.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323B01B-AE3E-4899-A3C2-CD92922AD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Autofit/>
          </a:bodyPr>
          <a:lstStyle/>
          <a:p>
            <a:pPr algn="ctr"/>
            <a:r>
              <a:rPr lang="pt-BR" b="1" dirty="0"/>
              <a:t>Prática</a:t>
            </a:r>
          </a:p>
        </p:txBody>
      </p:sp>
    </p:spTree>
    <p:extLst>
      <p:ext uri="{BB962C8B-B14F-4D97-AF65-F5344CB8AC3E}">
        <p14:creationId xmlns:p14="http://schemas.microsoft.com/office/powerpoint/2010/main" val="602766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nome, salário e nome do departamento dos funcionários com salário maior que 2500,00.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 do funcionário, salário, nome do departamento e o salário com aumento de 10%.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 do funcionário, nome do departamento e o salário dos funcionários que ganham entre 1000,00 e 5000,00.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 do funcionário e o salário, por ordem de nome.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9215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3211</TotalTime>
  <Words>196</Words>
  <Application>Microsoft Office PowerPoint</Application>
  <PresentationFormat>Widescreen</PresentationFormat>
  <Paragraphs>38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do Office</vt:lpstr>
      <vt:lpstr>Banco de Dados Prof. José Carlos Perini</vt:lpstr>
      <vt:lpstr>Criar as tabelas a seguir e incluir alguns registros </vt:lpstr>
      <vt:lpstr>Apresentação do PowerPoint</vt:lpstr>
      <vt:lpstr>Categorias de comandos SQL</vt:lpstr>
      <vt:lpstr>A instrução SELECT</vt:lpstr>
      <vt:lpstr>Exemplo de Select</vt:lpstr>
      <vt:lpstr>Exemplo</vt:lpstr>
      <vt:lpstr>Limitando o número de linhas (no MySQL)</vt:lpstr>
      <vt:lpstr>Limitando o número de linhas (no Oracle)</vt:lpstr>
      <vt:lpstr>Concatenando colunas</vt:lpstr>
      <vt:lpstr>Utilizando a cláusula DISTINCT</vt:lpstr>
      <vt:lpstr>Operadores de Comparação</vt:lpstr>
      <vt:lpstr>Usando operadores de comparação</vt:lpstr>
      <vt:lpstr>Usando operador BETWEEN</vt:lpstr>
      <vt:lpstr>Operador IN</vt:lpstr>
      <vt:lpstr>Operadores Lógicos</vt:lpstr>
      <vt:lpstr>A cláusula ORDER BY</vt:lpstr>
      <vt:lpstr>Obtendo dados de várias tabelas</vt:lpstr>
      <vt:lpstr>Seleção de duas tabelas (cláusula JOIN)</vt:lpstr>
      <vt:lpstr>Prática</vt:lpstr>
      <vt:lpstr>Prática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122</cp:revision>
  <cp:lastPrinted>2024-03-20T00:15:49Z</cp:lastPrinted>
  <dcterms:created xsi:type="dcterms:W3CDTF">2024-02-07T18:08:06Z</dcterms:created>
  <dcterms:modified xsi:type="dcterms:W3CDTF">2026-04-22T20:44:34Z</dcterms:modified>
</cp:coreProperties>
</file>