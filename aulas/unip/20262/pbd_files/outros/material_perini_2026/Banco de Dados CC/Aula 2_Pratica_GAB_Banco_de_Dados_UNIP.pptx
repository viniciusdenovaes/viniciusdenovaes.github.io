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73" r:id="rId4"/>
    <p:sldId id="307" r:id="rId5"/>
    <p:sldId id="310" r:id="rId6"/>
    <p:sldId id="275" r:id="rId7"/>
    <p:sldId id="313" r:id="rId8"/>
    <p:sldId id="314" r:id="rId9"/>
    <p:sldId id="315" r:id="rId10"/>
    <p:sldId id="308" r:id="rId11"/>
    <p:sldId id="309" r:id="rId12"/>
    <p:sldId id="317" r:id="rId13"/>
    <p:sldId id="311" r:id="rId14"/>
    <p:sldId id="316" r:id="rId15"/>
  </p:sldIdLst>
  <p:sldSz cx="12192000" cy="6858000"/>
  <p:notesSz cx="6888163" cy="967105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485232"/>
          </a:xfrm>
          <a:prstGeom prst="rect">
            <a:avLst/>
          </a:prstGeom>
        </p:spPr>
        <p:txBody>
          <a:bodyPr vert="horz" lIns="94622" tIns="47311" rIns="94622" bIns="47311" rtlCol="0"/>
          <a:lstStyle>
            <a:lvl1pPr algn="r">
              <a:defRPr sz="1200"/>
            </a:lvl1pPr>
          </a:lstStyle>
          <a:p>
            <a:fld id="{64437FFB-D889-4E35-80D7-62282096ABD0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542925" y="1208088"/>
            <a:ext cx="5802313" cy="32654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22" tIns="47311" rIns="94622" bIns="47311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817" y="4654193"/>
            <a:ext cx="5510530" cy="3807976"/>
          </a:xfrm>
          <a:prstGeom prst="rect">
            <a:avLst/>
          </a:prstGeom>
        </p:spPr>
        <p:txBody>
          <a:bodyPr vert="horz" lIns="94622" tIns="47311" rIns="94622" bIns="47311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1698" y="9185820"/>
            <a:ext cx="2984871" cy="485231"/>
          </a:xfrm>
          <a:prstGeom prst="rect">
            <a:avLst/>
          </a:prstGeom>
        </p:spPr>
        <p:txBody>
          <a:bodyPr vert="horz" lIns="94622" tIns="47311" rIns="94622" bIns="47311" rtlCol="0" anchor="b"/>
          <a:lstStyle>
            <a:lvl1pPr algn="r">
              <a:defRPr sz="1200"/>
            </a:lvl1pPr>
          </a:lstStyle>
          <a:p>
            <a:fld id="{0B443DA8-3DF3-41E3-8439-B64B0FF63E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87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50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58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99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97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1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0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69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04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8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2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101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40A59-C752-4765-B0CC-DA76ECD04D88}" type="datetimeFigureOut">
              <a:rPr lang="pt-BR" smtClean="0"/>
              <a:t>18/02/2026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82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kcdKf4L5CHn_5-o5Z5Ree9Gcy4kz-or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73382" y="1510290"/>
            <a:ext cx="9144000" cy="2387600"/>
          </a:xfrm>
        </p:spPr>
        <p:txBody>
          <a:bodyPr/>
          <a:lstStyle/>
          <a:p>
            <a:r>
              <a:rPr lang="pt-BR" dirty="0"/>
              <a:t>Banco de Dados</a:t>
            </a:r>
            <a:br>
              <a:rPr lang="pt-BR" dirty="0"/>
            </a:br>
            <a:r>
              <a:rPr lang="pt-BR" sz="3200" dirty="0"/>
              <a:t>Prof</a:t>
            </a:r>
            <a:r>
              <a:rPr lang="pt-BR" sz="3200"/>
              <a:t>. Perini</a:t>
            </a:r>
            <a:endParaRPr lang="pt-BR" sz="32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11927" y="3897890"/>
            <a:ext cx="9144000" cy="1655762"/>
          </a:xfrm>
        </p:spPr>
        <p:txBody>
          <a:bodyPr/>
          <a:lstStyle/>
          <a:p>
            <a:r>
              <a:rPr lang="pt-BR" dirty="0"/>
              <a:t>Aula 2 – Banco de Dados Relacional</a:t>
            </a:r>
          </a:p>
          <a:p>
            <a:r>
              <a:rPr lang="pt-BR" dirty="0"/>
              <a:t>Prática Modelo Conceitual (Gabarito)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416" y="69526"/>
            <a:ext cx="7340168" cy="24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8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FAA4B6-9FE1-0783-2574-4823E790F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Link da Apresentação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8C3ABF-90FD-EA68-BEF1-B52E4F3B7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2160590"/>
            <a:ext cx="10912983" cy="3880773"/>
          </a:xfrm>
        </p:spPr>
        <p:txBody>
          <a:bodyPr>
            <a:normAutofit/>
          </a:bodyPr>
          <a:lstStyle/>
          <a:p>
            <a:r>
              <a:rPr lang="pt-BR" sz="2400" dirty="0">
                <a:hlinkClick r:id="rId2"/>
              </a:rPr>
              <a:t>https://drive.google.com/drive/folders/1kcdKf4L5CHn_5-o5Z5Ree9Gcy4kz-orE</a:t>
            </a:r>
            <a:endParaRPr lang="pt-BR" sz="2400" dirty="0"/>
          </a:p>
          <a:p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54033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545" y="1186005"/>
            <a:ext cx="6478898" cy="409719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429163" y="6105236"/>
            <a:ext cx="4178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Fonte: Prof. Vitor Valério de Souza Campos</a:t>
            </a:r>
          </a:p>
        </p:txBody>
      </p:sp>
    </p:spTree>
    <p:extLst>
      <p:ext uri="{BB962C8B-B14F-4D97-AF65-F5344CB8AC3E}">
        <p14:creationId xmlns:p14="http://schemas.microsoft.com/office/powerpoint/2010/main" val="1366984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96" y="285316"/>
            <a:ext cx="5333568" cy="345772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89" y="3743036"/>
            <a:ext cx="4981575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163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95" y="1532803"/>
            <a:ext cx="5089814" cy="345702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8695" y="2200286"/>
            <a:ext cx="4995669" cy="212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38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967" y="822036"/>
            <a:ext cx="7348975" cy="5671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965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965" y="851844"/>
            <a:ext cx="6832738" cy="515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566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220" y="1677409"/>
            <a:ext cx="6403543" cy="4843140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6982691" y="4341088"/>
            <a:ext cx="7204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/>
              <a:t>(1,n).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7973876" y="4585853"/>
            <a:ext cx="5693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(1,n).</a:t>
            </a:r>
          </a:p>
        </p:txBody>
      </p:sp>
    </p:spTree>
    <p:extLst>
      <p:ext uri="{BB962C8B-B14F-4D97-AF65-F5344CB8AC3E}">
        <p14:creationId xmlns:p14="http://schemas.microsoft.com/office/powerpoint/2010/main" val="3688705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254" y="906923"/>
            <a:ext cx="7370618" cy="556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600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815" y="437428"/>
            <a:ext cx="8287039" cy="2935347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16" y="3372775"/>
            <a:ext cx="8287039" cy="305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337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985" y="2105314"/>
            <a:ext cx="8765742" cy="315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715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826" y="804573"/>
            <a:ext cx="9459191" cy="540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44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025" y="572366"/>
            <a:ext cx="8636722" cy="3086189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025" y="3692251"/>
            <a:ext cx="8636722" cy="304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52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060" y="906030"/>
            <a:ext cx="9496425" cy="558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9028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1310</TotalTime>
  <Words>57</Words>
  <Application>Microsoft Office PowerPoint</Application>
  <PresentationFormat>Widescreen</PresentationFormat>
  <Paragraphs>8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do Office</vt:lpstr>
      <vt:lpstr>Banco de Dados Prof. Perini</vt:lpstr>
      <vt:lpstr>Link da Apresentação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</dc:title>
  <dc:creator>User</dc:creator>
  <cp:lastModifiedBy>José Carlos Perini</cp:lastModifiedBy>
  <cp:revision>53</cp:revision>
  <cp:lastPrinted>2025-02-20T20:17:22Z</cp:lastPrinted>
  <dcterms:created xsi:type="dcterms:W3CDTF">2024-02-07T18:08:06Z</dcterms:created>
  <dcterms:modified xsi:type="dcterms:W3CDTF">2026-02-18T22:17:11Z</dcterms:modified>
</cp:coreProperties>
</file>