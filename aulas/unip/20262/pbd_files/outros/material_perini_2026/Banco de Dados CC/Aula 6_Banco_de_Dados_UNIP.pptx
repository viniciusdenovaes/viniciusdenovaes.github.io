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330" r:id="rId3"/>
    <p:sldId id="356" r:id="rId4"/>
    <p:sldId id="331" r:id="rId5"/>
    <p:sldId id="334" r:id="rId6"/>
    <p:sldId id="335" r:id="rId7"/>
    <p:sldId id="336" r:id="rId8"/>
    <p:sldId id="337" r:id="rId9"/>
    <p:sldId id="339" r:id="rId10"/>
    <p:sldId id="341" r:id="rId11"/>
    <p:sldId id="342" r:id="rId12"/>
    <p:sldId id="343" r:id="rId13"/>
    <p:sldId id="344" r:id="rId14"/>
    <p:sldId id="345" r:id="rId15"/>
    <p:sldId id="346" r:id="rId16"/>
    <p:sldId id="347" r:id="rId17"/>
    <p:sldId id="348" r:id="rId18"/>
    <p:sldId id="312" r:id="rId19"/>
    <p:sldId id="357" r:id="rId20"/>
    <p:sldId id="313" r:id="rId21"/>
    <p:sldId id="314" r:id="rId22"/>
    <p:sldId id="315" r:id="rId23"/>
    <p:sldId id="316" r:id="rId24"/>
    <p:sldId id="317" r:id="rId25"/>
    <p:sldId id="318" r:id="rId26"/>
    <p:sldId id="319" r:id="rId27"/>
    <p:sldId id="320" r:id="rId28"/>
    <p:sldId id="321" r:id="rId29"/>
    <p:sldId id="355" r:id="rId30"/>
  </p:sldIdLst>
  <p:sldSz cx="12192000" cy="6858000"/>
  <p:notesSz cx="6888163" cy="967105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485232"/>
          </a:xfrm>
          <a:prstGeom prst="rect">
            <a:avLst/>
          </a:prstGeom>
        </p:spPr>
        <p:txBody>
          <a:bodyPr vert="horz" lIns="94622" tIns="47311" rIns="94622" bIns="47311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485232"/>
          </a:xfrm>
          <a:prstGeom prst="rect">
            <a:avLst/>
          </a:prstGeom>
        </p:spPr>
        <p:txBody>
          <a:bodyPr vert="horz" lIns="94622" tIns="47311" rIns="94622" bIns="47311" rtlCol="0"/>
          <a:lstStyle>
            <a:lvl1pPr algn="r">
              <a:defRPr sz="1200"/>
            </a:lvl1pPr>
          </a:lstStyle>
          <a:p>
            <a:fld id="{64437FFB-D889-4E35-80D7-62282096ABD0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542925" y="1208088"/>
            <a:ext cx="5802313" cy="32654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22" tIns="47311" rIns="94622" bIns="47311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817" y="4654193"/>
            <a:ext cx="5510530" cy="3807976"/>
          </a:xfrm>
          <a:prstGeom prst="rect">
            <a:avLst/>
          </a:prstGeom>
        </p:spPr>
        <p:txBody>
          <a:bodyPr vert="horz" lIns="94622" tIns="47311" rIns="94622" bIns="47311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185820"/>
            <a:ext cx="2984871" cy="485231"/>
          </a:xfrm>
          <a:prstGeom prst="rect">
            <a:avLst/>
          </a:prstGeom>
        </p:spPr>
        <p:txBody>
          <a:bodyPr vert="horz" lIns="94622" tIns="47311" rIns="94622" bIns="47311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1698" y="9185820"/>
            <a:ext cx="2984871" cy="485231"/>
          </a:xfrm>
          <a:prstGeom prst="rect">
            <a:avLst/>
          </a:prstGeom>
        </p:spPr>
        <p:txBody>
          <a:bodyPr vert="horz" lIns="94622" tIns="47311" rIns="94622" bIns="47311" rtlCol="0" anchor="b"/>
          <a:lstStyle>
            <a:lvl1pPr algn="r">
              <a:defRPr sz="1200"/>
            </a:lvl1pPr>
          </a:lstStyle>
          <a:p>
            <a:fld id="{0B443DA8-3DF3-41E3-8439-B64B0FF63E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4871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endParaRPr/>
          </a:p>
        </p:txBody>
      </p:sp>
      <p:sp>
        <p:nvSpPr>
          <p:cNvPr id="138" name="Google Shape;138;p4:notes"/>
          <p:cNvSpPr txBox="1">
            <a:spLocks noGrp="1"/>
          </p:cNvSpPr>
          <p:nvPr>
            <p:ph type="dt" idx="10"/>
          </p:nvPr>
        </p:nvSpPr>
        <p:spPr>
          <a:xfrm>
            <a:off x="5202796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r>
              <a:rPr lang="en-US"/>
              <a:t>1.7.2013</a:t>
            </a:r>
            <a:endParaRPr/>
          </a:p>
        </p:txBody>
      </p:sp>
      <p:sp>
        <p:nvSpPr>
          <p:cNvPr id="139" name="Google Shape;139;p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179638" y="542925"/>
            <a:ext cx="4824412" cy="2714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918422" y="3438596"/>
            <a:ext cx="7347374" cy="3258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41" name="Google Shape;141;p4:notes"/>
          <p:cNvSpPr txBox="1">
            <a:spLocks noGrp="1"/>
          </p:cNvSpPr>
          <p:nvPr>
            <p:ph type="ftr" idx="11"/>
          </p:nvPr>
        </p:nvSpPr>
        <p:spPr>
          <a:xfrm>
            <a:off x="0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endParaRPr/>
          </a:p>
        </p:txBody>
      </p:sp>
      <p:sp>
        <p:nvSpPr>
          <p:cNvPr id="142" name="Google Shape;142;p4:notes"/>
          <p:cNvSpPr txBox="1">
            <a:spLocks noGrp="1"/>
          </p:cNvSpPr>
          <p:nvPr>
            <p:ph type="sldNum" idx="12"/>
          </p:nvPr>
        </p:nvSpPr>
        <p:spPr>
          <a:xfrm>
            <a:off x="5202796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32254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endParaRPr/>
          </a:p>
        </p:txBody>
      </p:sp>
      <p:sp>
        <p:nvSpPr>
          <p:cNvPr id="309" name="Google Shape;309;p16:notes"/>
          <p:cNvSpPr txBox="1">
            <a:spLocks noGrp="1"/>
          </p:cNvSpPr>
          <p:nvPr>
            <p:ph type="dt" idx="10"/>
          </p:nvPr>
        </p:nvSpPr>
        <p:spPr>
          <a:xfrm>
            <a:off x="5202796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r>
              <a:rPr lang="en-US"/>
              <a:t>1.7.2013</a:t>
            </a:r>
            <a:endParaRPr/>
          </a:p>
        </p:txBody>
      </p:sp>
      <p:sp>
        <p:nvSpPr>
          <p:cNvPr id="310" name="Google Shape;310;p16:notes"/>
          <p:cNvSpPr>
            <a:spLocks noGrp="1" noRot="1" noChangeAspect="1"/>
          </p:cNvSpPr>
          <p:nvPr>
            <p:ph type="sldImg" idx="3"/>
          </p:nvPr>
        </p:nvSpPr>
        <p:spPr>
          <a:xfrm>
            <a:off x="2179638" y="542925"/>
            <a:ext cx="4824412" cy="2714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16:notes"/>
          <p:cNvSpPr txBox="1">
            <a:spLocks noGrp="1"/>
          </p:cNvSpPr>
          <p:nvPr>
            <p:ph type="body" idx="1"/>
          </p:nvPr>
        </p:nvSpPr>
        <p:spPr>
          <a:xfrm>
            <a:off x="918422" y="3438596"/>
            <a:ext cx="7347374" cy="3258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312" name="Google Shape;312;p16:notes"/>
          <p:cNvSpPr txBox="1">
            <a:spLocks noGrp="1"/>
          </p:cNvSpPr>
          <p:nvPr>
            <p:ph type="ftr" idx="11"/>
          </p:nvPr>
        </p:nvSpPr>
        <p:spPr>
          <a:xfrm>
            <a:off x="0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endParaRPr/>
          </a:p>
        </p:txBody>
      </p:sp>
      <p:sp>
        <p:nvSpPr>
          <p:cNvPr id="313" name="Google Shape;313;p16:notes"/>
          <p:cNvSpPr txBox="1">
            <a:spLocks noGrp="1"/>
          </p:cNvSpPr>
          <p:nvPr>
            <p:ph type="sldNum" idx="12"/>
          </p:nvPr>
        </p:nvSpPr>
        <p:spPr>
          <a:xfrm>
            <a:off x="5202796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pPr algn="r">
              <a:buSzPts val="1200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66995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endParaRPr/>
          </a:p>
        </p:txBody>
      </p:sp>
      <p:sp>
        <p:nvSpPr>
          <p:cNvPr id="151" name="Google Shape;151;p5:notes"/>
          <p:cNvSpPr txBox="1">
            <a:spLocks noGrp="1"/>
          </p:cNvSpPr>
          <p:nvPr>
            <p:ph type="dt" idx="10"/>
          </p:nvPr>
        </p:nvSpPr>
        <p:spPr>
          <a:xfrm>
            <a:off x="5202796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r>
              <a:rPr lang="en-US"/>
              <a:t>1.7.2013</a:t>
            </a:r>
            <a:endParaRPr/>
          </a:p>
        </p:txBody>
      </p:sp>
      <p:sp>
        <p:nvSpPr>
          <p:cNvPr id="152" name="Google Shape;152;p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179638" y="542925"/>
            <a:ext cx="4824412" cy="2714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5:notes"/>
          <p:cNvSpPr txBox="1">
            <a:spLocks noGrp="1"/>
          </p:cNvSpPr>
          <p:nvPr>
            <p:ph type="body" idx="1"/>
          </p:nvPr>
        </p:nvSpPr>
        <p:spPr>
          <a:xfrm>
            <a:off x="918422" y="3438596"/>
            <a:ext cx="7347374" cy="3258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54" name="Google Shape;154;p5:notes"/>
          <p:cNvSpPr txBox="1">
            <a:spLocks noGrp="1"/>
          </p:cNvSpPr>
          <p:nvPr>
            <p:ph type="ftr" idx="11"/>
          </p:nvPr>
        </p:nvSpPr>
        <p:spPr>
          <a:xfrm>
            <a:off x="0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endParaRPr/>
          </a:p>
        </p:txBody>
      </p:sp>
      <p:sp>
        <p:nvSpPr>
          <p:cNvPr id="155" name="Google Shape;155;p5:notes"/>
          <p:cNvSpPr txBox="1">
            <a:spLocks noGrp="1"/>
          </p:cNvSpPr>
          <p:nvPr>
            <p:ph type="sldNum" idx="12"/>
          </p:nvPr>
        </p:nvSpPr>
        <p:spPr>
          <a:xfrm>
            <a:off x="5202796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491047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endParaRPr/>
          </a:p>
        </p:txBody>
      </p:sp>
      <p:sp>
        <p:nvSpPr>
          <p:cNvPr id="163" name="Google Shape;163;p6:notes"/>
          <p:cNvSpPr txBox="1">
            <a:spLocks noGrp="1"/>
          </p:cNvSpPr>
          <p:nvPr>
            <p:ph type="dt" idx="10"/>
          </p:nvPr>
        </p:nvSpPr>
        <p:spPr>
          <a:xfrm>
            <a:off x="5202796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r>
              <a:rPr lang="en-US"/>
              <a:t>1.7.2013</a:t>
            </a:r>
            <a:endParaRPr/>
          </a:p>
        </p:txBody>
      </p:sp>
      <p:sp>
        <p:nvSpPr>
          <p:cNvPr id="164" name="Google Shape;164;p6:notes"/>
          <p:cNvSpPr>
            <a:spLocks noGrp="1" noRot="1" noChangeAspect="1"/>
          </p:cNvSpPr>
          <p:nvPr>
            <p:ph type="sldImg" idx="3"/>
          </p:nvPr>
        </p:nvSpPr>
        <p:spPr>
          <a:xfrm>
            <a:off x="2179638" y="542925"/>
            <a:ext cx="4824412" cy="2714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918422" y="3438596"/>
            <a:ext cx="7347374" cy="3258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ftr" idx="11"/>
          </p:nvPr>
        </p:nvSpPr>
        <p:spPr>
          <a:xfrm>
            <a:off x="0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endParaRPr/>
          </a:p>
        </p:txBody>
      </p:sp>
      <p:sp>
        <p:nvSpPr>
          <p:cNvPr id="167" name="Google Shape;167;p6:notes"/>
          <p:cNvSpPr txBox="1">
            <a:spLocks noGrp="1"/>
          </p:cNvSpPr>
          <p:nvPr>
            <p:ph type="sldNum" idx="12"/>
          </p:nvPr>
        </p:nvSpPr>
        <p:spPr>
          <a:xfrm>
            <a:off x="5202796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58671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endParaRPr/>
          </a:p>
        </p:txBody>
      </p:sp>
      <p:sp>
        <p:nvSpPr>
          <p:cNvPr id="176" name="Google Shape;176;p7:notes"/>
          <p:cNvSpPr txBox="1">
            <a:spLocks noGrp="1"/>
          </p:cNvSpPr>
          <p:nvPr>
            <p:ph type="dt" idx="10"/>
          </p:nvPr>
        </p:nvSpPr>
        <p:spPr>
          <a:xfrm>
            <a:off x="5202796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r>
              <a:rPr lang="en-US"/>
              <a:t>1.7.2013</a:t>
            </a:r>
            <a:endParaRPr/>
          </a:p>
        </p:txBody>
      </p:sp>
      <p:sp>
        <p:nvSpPr>
          <p:cNvPr id="177" name="Google Shape;177;p7:notes"/>
          <p:cNvSpPr>
            <a:spLocks noGrp="1" noRot="1" noChangeAspect="1"/>
          </p:cNvSpPr>
          <p:nvPr>
            <p:ph type="sldImg" idx="3"/>
          </p:nvPr>
        </p:nvSpPr>
        <p:spPr>
          <a:xfrm>
            <a:off x="2179638" y="542925"/>
            <a:ext cx="4824412" cy="2714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7:notes"/>
          <p:cNvSpPr txBox="1">
            <a:spLocks noGrp="1"/>
          </p:cNvSpPr>
          <p:nvPr>
            <p:ph type="body" idx="1"/>
          </p:nvPr>
        </p:nvSpPr>
        <p:spPr>
          <a:xfrm>
            <a:off x="918422" y="3438596"/>
            <a:ext cx="7347374" cy="3258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79" name="Google Shape;179;p7:notes"/>
          <p:cNvSpPr txBox="1">
            <a:spLocks noGrp="1"/>
          </p:cNvSpPr>
          <p:nvPr>
            <p:ph type="ftr" idx="11"/>
          </p:nvPr>
        </p:nvSpPr>
        <p:spPr>
          <a:xfrm>
            <a:off x="0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endParaRPr/>
          </a:p>
        </p:txBody>
      </p:sp>
      <p:sp>
        <p:nvSpPr>
          <p:cNvPr id="180" name="Google Shape;180;p7:notes"/>
          <p:cNvSpPr txBox="1">
            <a:spLocks noGrp="1"/>
          </p:cNvSpPr>
          <p:nvPr>
            <p:ph type="sldNum" idx="12"/>
          </p:nvPr>
        </p:nvSpPr>
        <p:spPr>
          <a:xfrm>
            <a:off x="5202796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86180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endParaRPr/>
          </a:p>
        </p:txBody>
      </p:sp>
      <p:sp>
        <p:nvSpPr>
          <p:cNvPr id="187" name="Google Shape;187;p8:notes"/>
          <p:cNvSpPr txBox="1">
            <a:spLocks noGrp="1"/>
          </p:cNvSpPr>
          <p:nvPr>
            <p:ph type="dt" idx="10"/>
          </p:nvPr>
        </p:nvSpPr>
        <p:spPr>
          <a:xfrm>
            <a:off x="5202796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r>
              <a:rPr lang="en-US"/>
              <a:t>1.7.2013</a:t>
            </a:r>
            <a:endParaRPr/>
          </a:p>
        </p:txBody>
      </p:sp>
      <p:sp>
        <p:nvSpPr>
          <p:cNvPr id="188" name="Google Shape;188;p8:notes"/>
          <p:cNvSpPr>
            <a:spLocks noGrp="1" noRot="1" noChangeAspect="1"/>
          </p:cNvSpPr>
          <p:nvPr>
            <p:ph type="sldImg" idx="3"/>
          </p:nvPr>
        </p:nvSpPr>
        <p:spPr>
          <a:xfrm>
            <a:off x="2179638" y="542925"/>
            <a:ext cx="4824412" cy="2714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8:notes"/>
          <p:cNvSpPr txBox="1">
            <a:spLocks noGrp="1"/>
          </p:cNvSpPr>
          <p:nvPr>
            <p:ph type="body" idx="1"/>
          </p:nvPr>
        </p:nvSpPr>
        <p:spPr>
          <a:xfrm>
            <a:off x="918422" y="3438596"/>
            <a:ext cx="7347374" cy="3258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90" name="Google Shape;190;p8:notes"/>
          <p:cNvSpPr txBox="1">
            <a:spLocks noGrp="1"/>
          </p:cNvSpPr>
          <p:nvPr>
            <p:ph type="ftr" idx="11"/>
          </p:nvPr>
        </p:nvSpPr>
        <p:spPr>
          <a:xfrm>
            <a:off x="0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endParaRPr/>
          </a:p>
        </p:txBody>
      </p:sp>
      <p:sp>
        <p:nvSpPr>
          <p:cNvPr id="191" name="Google Shape;191;p8:notes"/>
          <p:cNvSpPr txBox="1">
            <a:spLocks noGrp="1"/>
          </p:cNvSpPr>
          <p:nvPr>
            <p:ph type="sldNum" idx="12"/>
          </p:nvPr>
        </p:nvSpPr>
        <p:spPr>
          <a:xfrm>
            <a:off x="5202796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958907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endParaRPr/>
          </a:p>
        </p:txBody>
      </p:sp>
      <p:sp>
        <p:nvSpPr>
          <p:cNvPr id="199" name="Google Shape;199;p9:notes"/>
          <p:cNvSpPr txBox="1">
            <a:spLocks noGrp="1"/>
          </p:cNvSpPr>
          <p:nvPr>
            <p:ph type="dt" idx="10"/>
          </p:nvPr>
        </p:nvSpPr>
        <p:spPr>
          <a:xfrm>
            <a:off x="5202796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r>
              <a:rPr lang="en-US"/>
              <a:t>1.7.2013</a:t>
            </a:r>
            <a:endParaRPr/>
          </a:p>
        </p:txBody>
      </p:sp>
      <p:sp>
        <p:nvSpPr>
          <p:cNvPr id="200" name="Google Shape;200;p9:notes"/>
          <p:cNvSpPr>
            <a:spLocks noGrp="1" noRot="1" noChangeAspect="1"/>
          </p:cNvSpPr>
          <p:nvPr>
            <p:ph type="sldImg" idx="3"/>
          </p:nvPr>
        </p:nvSpPr>
        <p:spPr>
          <a:xfrm>
            <a:off x="2179638" y="542925"/>
            <a:ext cx="4824412" cy="2714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918422" y="3438596"/>
            <a:ext cx="7347374" cy="3258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02" name="Google Shape;202;p9:notes"/>
          <p:cNvSpPr txBox="1">
            <a:spLocks noGrp="1"/>
          </p:cNvSpPr>
          <p:nvPr>
            <p:ph type="ftr" idx="11"/>
          </p:nvPr>
        </p:nvSpPr>
        <p:spPr>
          <a:xfrm>
            <a:off x="0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endParaRPr/>
          </a:p>
        </p:txBody>
      </p:sp>
      <p:sp>
        <p:nvSpPr>
          <p:cNvPr id="203" name="Google Shape;203;p9:notes"/>
          <p:cNvSpPr txBox="1">
            <a:spLocks noGrp="1"/>
          </p:cNvSpPr>
          <p:nvPr>
            <p:ph type="sldNum" idx="12"/>
          </p:nvPr>
        </p:nvSpPr>
        <p:spPr>
          <a:xfrm>
            <a:off x="5202796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174566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endParaRPr/>
          </a:p>
        </p:txBody>
      </p:sp>
      <p:sp>
        <p:nvSpPr>
          <p:cNvPr id="214" name="Google Shape;214;p10:notes"/>
          <p:cNvSpPr txBox="1">
            <a:spLocks noGrp="1"/>
          </p:cNvSpPr>
          <p:nvPr>
            <p:ph type="dt" idx="10"/>
          </p:nvPr>
        </p:nvSpPr>
        <p:spPr>
          <a:xfrm>
            <a:off x="5202796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r>
              <a:rPr lang="en-US"/>
              <a:t>1.7.2013</a:t>
            </a:r>
            <a:endParaRPr/>
          </a:p>
        </p:txBody>
      </p:sp>
      <p:sp>
        <p:nvSpPr>
          <p:cNvPr id="215" name="Google Shape;215;p10:notes"/>
          <p:cNvSpPr>
            <a:spLocks noGrp="1" noRot="1" noChangeAspect="1"/>
          </p:cNvSpPr>
          <p:nvPr>
            <p:ph type="sldImg" idx="3"/>
          </p:nvPr>
        </p:nvSpPr>
        <p:spPr>
          <a:xfrm>
            <a:off x="2179638" y="542925"/>
            <a:ext cx="4824412" cy="2714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10:notes"/>
          <p:cNvSpPr txBox="1">
            <a:spLocks noGrp="1"/>
          </p:cNvSpPr>
          <p:nvPr>
            <p:ph type="body" idx="1"/>
          </p:nvPr>
        </p:nvSpPr>
        <p:spPr>
          <a:xfrm>
            <a:off x="918422" y="3438596"/>
            <a:ext cx="7347374" cy="3258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17" name="Google Shape;217;p10:notes"/>
          <p:cNvSpPr txBox="1">
            <a:spLocks noGrp="1"/>
          </p:cNvSpPr>
          <p:nvPr>
            <p:ph type="ftr" idx="11"/>
          </p:nvPr>
        </p:nvSpPr>
        <p:spPr>
          <a:xfrm>
            <a:off x="0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endParaRPr/>
          </a:p>
        </p:txBody>
      </p:sp>
      <p:sp>
        <p:nvSpPr>
          <p:cNvPr id="218" name="Google Shape;218;p10:notes"/>
          <p:cNvSpPr txBox="1">
            <a:spLocks noGrp="1"/>
          </p:cNvSpPr>
          <p:nvPr>
            <p:ph type="sldNum" idx="12"/>
          </p:nvPr>
        </p:nvSpPr>
        <p:spPr>
          <a:xfrm>
            <a:off x="5202796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812621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endParaRPr/>
          </a:p>
        </p:txBody>
      </p:sp>
      <p:sp>
        <p:nvSpPr>
          <p:cNvPr id="225" name="Google Shape;225;p11:notes"/>
          <p:cNvSpPr txBox="1">
            <a:spLocks noGrp="1"/>
          </p:cNvSpPr>
          <p:nvPr>
            <p:ph type="dt" idx="10"/>
          </p:nvPr>
        </p:nvSpPr>
        <p:spPr>
          <a:xfrm>
            <a:off x="5202796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r>
              <a:rPr lang="en-US"/>
              <a:t>1.7.2013</a:t>
            </a:r>
            <a:endParaRPr/>
          </a:p>
        </p:txBody>
      </p:sp>
      <p:sp>
        <p:nvSpPr>
          <p:cNvPr id="226" name="Google Shape;226;p1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179638" y="542925"/>
            <a:ext cx="4824412" cy="2714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p11:notes"/>
          <p:cNvSpPr txBox="1">
            <a:spLocks noGrp="1"/>
          </p:cNvSpPr>
          <p:nvPr>
            <p:ph type="body" idx="1"/>
          </p:nvPr>
        </p:nvSpPr>
        <p:spPr>
          <a:xfrm>
            <a:off x="918422" y="3438596"/>
            <a:ext cx="7347374" cy="3258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28" name="Google Shape;228;p11:notes"/>
          <p:cNvSpPr txBox="1">
            <a:spLocks noGrp="1"/>
          </p:cNvSpPr>
          <p:nvPr>
            <p:ph type="ftr" idx="11"/>
          </p:nvPr>
        </p:nvSpPr>
        <p:spPr>
          <a:xfrm>
            <a:off x="0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endParaRPr/>
          </a:p>
        </p:txBody>
      </p:sp>
      <p:sp>
        <p:nvSpPr>
          <p:cNvPr id="229" name="Google Shape;229;p11:notes"/>
          <p:cNvSpPr txBox="1">
            <a:spLocks noGrp="1"/>
          </p:cNvSpPr>
          <p:nvPr>
            <p:ph type="sldNum" idx="12"/>
          </p:nvPr>
        </p:nvSpPr>
        <p:spPr>
          <a:xfrm>
            <a:off x="5202796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99662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endParaRPr/>
          </a:p>
        </p:txBody>
      </p:sp>
      <p:sp>
        <p:nvSpPr>
          <p:cNvPr id="237" name="Google Shape;237;p12:notes"/>
          <p:cNvSpPr txBox="1">
            <a:spLocks noGrp="1"/>
          </p:cNvSpPr>
          <p:nvPr>
            <p:ph type="dt" idx="10"/>
          </p:nvPr>
        </p:nvSpPr>
        <p:spPr>
          <a:xfrm>
            <a:off x="5202796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r>
              <a:rPr lang="en-US"/>
              <a:t>1.7.2013</a:t>
            </a:r>
            <a:endParaRPr/>
          </a:p>
        </p:txBody>
      </p:sp>
      <p:sp>
        <p:nvSpPr>
          <p:cNvPr id="238" name="Google Shape;238;p1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179638" y="542925"/>
            <a:ext cx="4824412" cy="2714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p12:notes"/>
          <p:cNvSpPr txBox="1">
            <a:spLocks noGrp="1"/>
          </p:cNvSpPr>
          <p:nvPr>
            <p:ph type="body" idx="1"/>
          </p:nvPr>
        </p:nvSpPr>
        <p:spPr>
          <a:xfrm>
            <a:off x="918422" y="3438596"/>
            <a:ext cx="7347374" cy="3258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40" name="Google Shape;240;p12:notes"/>
          <p:cNvSpPr txBox="1">
            <a:spLocks noGrp="1"/>
          </p:cNvSpPr>
          <p:nvPr>
            <p:ph type="ftr" idx="11"/>
          </p:nvPr>
        </p:nvSpPr>
        <p:spPr>
          <a:xfrm>
            <a:off x="0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endParaRPr/>
          </a:p>
        </p:txBody>
      </p:sp>
      <p:sp>
        <p:nvSpPr>
          <p:cNvPr id="241" name="Google Shape;241;p12:notes"/>
          <p:cNvSpPr txBox="1">
            <a:spLocks noGrp="1"/>
          </p:cNvSpPr>
          <p:nvPr>
            <p:ph type="sldNum" idx="12"/>
          </p:nvPr>
        </p:nvSpPr>
        <p:spPr>
          <a:xfrm>
            <a:off x="5202796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570033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endParaRPr/>
          </a:p>
        </p:txBody>
      </p:sp>
      <p:sp>
        <p:nvSpPr>
          <p:cNvPr id="252" name="Google Shape;252;p13:notes"/>
          <p:cNvSpPr txBox="1">
            <a:spLocks noGrp="1"/>
          </p:cNvSpPr>
          <p:nvPr>
            <p:ph type="dt" idx="10"/>
          </p:nvPr>
        </p:nvSpPr>
        <p:spPr>
          <a:xfrm>
            <a:off x="5202796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r>
              <a:rPr lang="en-US"/>
              <a:t>1.7.2013</a:t>
            </a:r>
            <a:endParaRPr/>
          </a:p>
        </p:txBody>
      </p:sp>
      <p:sp>
        <p:nvSpPr>
          <p:cNvPr id="253" name="Google Shape;253;p1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179638" y="542925"/>
            <a:ext cx="4824412" cy="2714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13:notes"/>
          <p:cNvSpPr txBox="1">
            <a:spLocks noGrp="1"/>
          </p:cNvSpPr>
          <p:nvPr>
            <p:ph type="body" idx="1"/>
          </p:nvPr>
        </p:nvSpPr>
        <p:spPr>
          <a:xfrm>
            <a:off x="918422" y="3438596"/>
            <a:ext cx="7347374" cy="3258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55" name="Google Shape;255;p13:notes"/>
          <p:cNvSpPr txBox="1">
            <a:spLocks noGrp="1"/>
          </p:cNvSpPr>
          <p:nvPr>
            <p:ph type="ftr" idx="11"/>
          </p:nvPr>
        </p:nvSpPr>
        <p:spPr>
          <a:xfrm>
            <a:off x="0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endParaRPr/>
          </a:p>
        </p:txBody>
      </p:sp>
      <p:sp>
        <p:nvSpPr>
          <p:cNvPr id="256" name="Google Shape;256;p13:notes"/>
          <p:cNvSpPr txBox="1">
            <a:spLocks noGrp="1"/>
          </p:cNvSpPr>
          <p:nvPr>
            <p:ph type="sldNum" idx="12"/>
          </p:nvPr>
        </p:nvSpPr>
        <p:spPr>
          <a:xfrm>
            <a:off x="5202796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24932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3506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658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998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6976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917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901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4694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4042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84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82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11019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o do Títu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21" name="Nível de Corpo Um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22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253812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40A59-C752-4765-B0CC-DA76ECD04D88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829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773382" y="1510290"/>
            <a:ext cx="9144000" cy="2387600"/>
          </a:xfrm>
        </p:spPr>
        <p:txBody>
          <a:bodyPr/>
          <a:lstStyle/>
          <a:p>
            <a:r>
              <a:rPr lang="pt-BR" dirty="0"/>
              <a:t>Banco de Dados</a:t>
            </a:r>
            <a:br>
              <a:rPr lang="pt-BR" dirty="0"/>
            </a:br>
            <a:r>
              <a:rPr lang="pt-BR" sz="3200" dirty="0"/>
              <a:t>Prof</a:t>
            </a:r>
            <a:r>
              <a:rPr lang="pt-BR" sz="3200"/>
              <a:t>. Perini</a:t>
            </a:r>
            <a:endParaRPr lang="pt-BR" sz="32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11927" y="3897890"/>
            <a:ext cx="9144000" cy="1655762"/>
          </a:xfrm>
        </p:spPr>
        <p:txBody>
          <a:bodyPr/>
          <a:lstStyle/>
          <a:p>
            <a:r>
              <a:rPr lang="pt-BR" dirty="0"/>
              <a:t>Linguagem SQL</a:t>
            </a:r>
          </a:p>
          <a:p>
            <a:r>
              <a:rPr lang="pt-BR" dirty="0"/>
              <a:t>Categoria DML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416" y="69526"/>
            <a:ext cx="7340168" cy="248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81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650572" cy="1320800"/>
          </a:xfrm>
        </p:spPr>
        <p:txBody>
          <a:bodyPr>
            <a:normAutofit/>
          </a:bodyPr>
          <a:lstStyle/>
          <a:p>
            <a:r>
              <a:rPr lang="pt-BR" b="1" dirty="0"/>
              <a:t>Linguagem SQL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2C12DF-BAC2-85E5-7EF3-4AFAE49C5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6" y="2160588"/>
            <a:ext cx="10572555" cy="4000067"/>
          </a:xfrm>
        </p:spPr>
        <p:txBody>
          <a:bodyPr>
            <a:normAutofit/>
          </a:bodyPr>
          <a:lstStyle/>
          <a:p>
            <a:r>
              <a:rPr lang="pt-BR" dirty="0"/>
              <a:t>SQL (</a:t>
            </a:r>
            <a:r>
              <a:rPr lang="pt-BR" dirty="0" err="1"/>
              <a:t>Structured</a:t>
            </a:r>
            <a:r>
              <a:rPr lang="pt-BR" dirty="0"/>
              <a:t> Query </a:t>
            </a:r>
            <a:r>
              <a:rPr lang="pt-BR" dirty="0" err="1"/>
              <a:t>Language</a:t>
            </a:r>
            <a:r>
              <a:rPr lang="pt-BR" dirty="0"/>
              <a:t> – Linguagem de Consulta Estruturada) á a linguagem padrão ANSI (American </a:t>
            </a:r>
            <a:r>
              <a:rPr lang="pt-BR" dirty="0" err="1"/>
              <a:t>National</a:t>
            </a:r>
            <a:r>
              <a:rPr lang="pt-BR" dirty="0"/>
              <a:t> Standards </a:t>
            </a:r>
            <a:r>
              <a:rPr lang="pt-BR" dirty="0" err="1"/>
              <a:t>Institute</a:t>
            </a:r>
            <a:r>
              <a:rPr lang="pt-BR" dirty="0"/>
              <a:t>) para a operação em bancos de dados relacionais. </a:t>
            </a:r>
          </a:p>
          <a:p>
            <a:r>
              <a:rPr lang="pt-BR" dirty="0"/>
              <a:t>A linguagem contém um grande conjunto de operadores para dividir e combinar relações. </a:t>
            </a:r>
          </a:p>
          <a:p>
            <a:r>
              <a:rPr lang="pt-BR" dirty="0"/>
              <a:t>É possível modificar o banco de dados usando as instruções SQL.</a:t>
            </a:r>
          </a:p>
        </p:txBody>
      </p:sp>
    </p:spTree>
    <p:extLst>
      <p:ext uri="{BB962C8B-B14F-4D97-AF65-F5344CB8AC3E}">
        <p14:creationId xmlns:p14="http://schemas.microsoft.com/office/powerpoint/2010/main" val="1711907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650572" cy="1320800"/>
          </a:xfrm>
        </p:spPr>
        <p:txBody>
          <a:bodyPr>
            <a:normAutofit/>
          </a:bodyPr>
          <a:lstStyle/>
          <a:p>
            <a:r>
              <a:rPr lang="pt-BR" b="1" dirty="0"/>
              <a:t>SQL – </a:t>
            </a:r>
            <a:r>
              <a:rPr lang="pt-BR" b="1" dirty="0" err="1"/>
              <a:t>Structure</a:t>
            </a:r>
            <a:r>
              <a:rPr lang="pt-BR" b="1" dirty="0"/>
              <a:t> Query </a:t>
            </a:r>
            <a:r>
              <a:rPr lang="pt-BR" b="1" dirty="0" err="1"/>
              <a:t>Language</a:t>
            </a:r>
            <a:endParaRPr lang="pt-BR" b="1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5" y="1736594"/>
            <a:ext cx="7460822" cy="464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206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650572" cy="1320800"/>
          </a:xfrm>
        </p:spPr>
        <p:txBody>
          <a:bodyPr>
            <a:normAutofit/>
          </a:bodyPr>
          <a:lstStyle/>
          <a:p>
            <a:r>
              <a:rPr lang="pt-BR" b="1" dirty="0"/>
              <a:t>Categorias </a:t>
            </a:r>
            <a:r>
              <a:rPr lang="pt-BR" b="1"/>
              <a:t>de Comandos </a:t>
            </a:r>
            <a:r>
              <a:rPr lang="pt-BR" b="1" dirty="0"/>
              <a:t>da Linguagem SQL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990" y="2167081"/>
            <a:ext cx="4633191" cy="393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979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18CBB-87B7-39DE-17D0-B97C6B01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366487" cy="1320800"/>
          </a:xfrm>
        </p:spPr>
        <p:txBody>
          <a:bodyPr/>
          <a:lstStyle/>
          <a:p>
            <a:r>
              <a:rPr lang="pt-BR" dirty="0"/>
              <a:t>A instrução CREATE TABLE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3D70280-4F71-7369-6DDC-3BB772C1B8E1}"/>
              </a:ext>
            </a:extLst>
          </p:cNvPr>
          <p:cNvSpPr txBox="1"/>
          <p:nvPr/>
        </p:nvSpPr>
        <p:spPr>
          <a:xfrm>
            <a:off x="677335" y="3640391"/>
            <a:ext cx="1018893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Especifique:</a:t>
            </a:r>
          </a:p>
          <a:p>
            <a:pPr marL="990575" lvl="1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Nome da tabela</a:t>
            </a:r>
          </a:p>
          <a:p>
            <a:pPr marL="990575" lvl="1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Nome da coluna, tipo de dados da coluna e tamanho da coluna.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A798C00-2AEC-BB3F-36F0-0D221EAFE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900" y="1930400"/>
            <a:ext cx="8382899" cy="115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047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5040B3-1F00-2F8C-9677-2C256F212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692459"/>
          </a:xfrm>
        </p:spPr>
        <p:txBody>
          <a:bodyPr vert="horz" lIns="121920" tIns="60960" rIns="121920" bIns="60960" rtlCol="0" anchor="t">
            <a:normAutofit fontScale="90000"/>
          </a:bodyPr>
          <a:lstStyle/>
          <a:p>
            <a:pPr algn="ctr"/>
            <a:r>
              <a:rPr lang="pt-BR" dirty="0"/>
              <a:t>Tipos de dados (SGBD Oracle)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5E87680-D126-B111-1DC8-B45DA2674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115" y="1568305"/>
            <a:ext cx="7036072" cy="39402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3E3798AC-07D3-2542-8419-63CF8C010FCB}"/>
              </a:ext>
            </a:extLst>
          </p:cNvPr>
          <p:cNvSpPr txBox="1"/>
          <p:nvPr/>
        </p:nvSpPr>
        <p:spPr>
          <a:xfrm>
            <a:off x="788116" y="5567693"/>
            <a:ext cx="78657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 err="1"/>
              <a:t>Varchar</a:t>
            </a:r>
            <a:r>
              <a:rPr lang="pt-BR" sz="2400" dirty="0"/>
              <a:t>: armazena até 2000 caracteres.</a:t>
            </a:r>
          </a:p>
          <a:p>
            <a:r>
              <a:rPr lang="pt-BR" sz="2400" dirty="0"/>
              <a:t>Varchar2: dobra a capacidade (armazena até 4000 caracteres)</a:t>
            </a:r>
          </a:p>
        </p:txBody>
      </p:sp>
    </p:spTree>
    <p:extLst>
      <p:ext uri="{BB962C8B-B14F-4D97-AF65-F5344CB8AC3E}">
        <p14:creationId xmlns:p14="http://schemas.microsoft.com/office/powerpoint/2010/main" val="261493904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025311-B713-74A1-E531-9DA0A4973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121920" tIns="60960" rIns="121920" bIns="60960" rtlCol="0" anchor="t">
            <a:normAutofit/>
          </a:bodyPr>
          <a:lstStyle/>
          <a:p>
            <a:r>
              <a:rPr lang="pt-BR" dirty="0">
                <a:solidFill>
                  <a:srgbClr val="007639"/>
                </a:solidFill>
              </a:rPr>
              <a:t>Criando uma tabela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500D8B-08A2-99F8-1D6E-2318513BB87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7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0A2A338-AD78-E781-C0C1-B145E9083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349" y="1213131"/>
            <a:ext cx="5814984" cy="507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45798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18CBB-87B7-39DE-17D0-B97C6B01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366487" cy="1320800"/>
          </a:xfrm>
        </p:spPr>
        <p:txBody>
          <a:bodyPr/>
          <a:lstStyle/>
          <a:p>
            <a:r>
              <a:rPr lang="pt-BR" dirty="0"/>
              <a:t>Restrições (</a:t>
            </a:r>
            <a:r>
              <a:rPr lang="pt-BR" dirty="0" err="1"/>
              <a:t>constraints</a:t>
            </a:r>
            <a:r>
              <a:rPr lang="pt-BR" dirty="0"/>
              <a:t>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3D70280-4F71-7369-6DDC-3BB772C1B8E1}"/>
              </a:ext>
            </a:extLst>
          </p:cNvPr>
          <p:cNvSpPr txBox="1"/>
          <p:nvPr/>
        </p:nvSpPr>
        <p:spPr>
          <a:xfrm>
            <a:off x="693562" y="1751861"/>
            <a:ext cx="1018893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Impõem regras que podem ser no nível da coluna ou no nível da tabela:</a:t>
            </a: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NOT NULL 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Não aceita valor nulo</a:t>
            </a: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UNIQUE 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Valor deve ser único</a:t>
            </a: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PRIMARY KEY  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Chave primária (não nulo e único)</a:t>
            </a: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FOREIGN KEY 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Chave estrangeira (deve ter valor correspondente na tabela mãe)</a:t>
            </a: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CHECK 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Define uma condição de valor para a coluna</a:t>
            </a: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21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5040B3-1F00-2F8C-9677-2C256F212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692459"/>
          </a:xfrm>
        </p:spPr>
        <p:txBody>
          <a:bodyPr vert="horz" lIns="121920" tIns="60960" rIns="121920" bIns="60960" rtlCol="0" anchor="t">
            <a:normAutofit fontScale="90000"/>
          </a:bodyPr>
          <a:lstStyle/>
          <a:p>
            <a:r>
              <a:rPr lang="pt-BR" dirty="0">
                <a:solidFill>
                  <a:srgbClr val="007639"/>
                </a:solidFill>
              </a:rPr>
              <a:t>Exemplo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C6E8719-A5D0-48F8-9932-10CA9F18A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302059"/>
            <a:ext cx="10128023" cy="409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92864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18CBB-87B7-39DE-17D0-B97C6B01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366487" cy="1320800"/>
          </a:xfrm>
        </p:spPr>
        <p:txBody>
          <a:bodyPr/>
          <a:lstStyle/>
          <a:p>
            <a:r>
              <a:rPr lang="pt-BR" dirty="0"/>
              <a:t>A instrução ALTER TABLE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3D70280-4F71-7369-6DDC-3BB772C1B8E1}"/>
              </a:ext>
            </a:extLst>
          </p:cNvPr>
          <p:cNvSpPr txBox="1"/>
          <p:nvPr/>
        </p:nvSpPr>
        <p:spPr>
          <a:xfrm>
            <a:off x="693562" y="1751860"/>
            <a:ext cx="1018893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 a instrução ALTER TABLE para:</a:t>
            </a:r>
          </a:p>
          <a:p>
            <a:pPr marL="990575" lvl="1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Adicionar uma nova coluna</a:t>
            </a:r>
          </a:p>
          <a:p>
            <a:pPr marL="990575" lvl="1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Modificar uma coluna existente</a:t>
            </a:r>
          </a:p>
          <a:p>
            <a:pPr marL="990575" lvl="1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Definir um valor default para a nova coluna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37A9FCE-5053-5963-3706-398D1D804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412" y="4142996"/>
            <a:ext cx="7209499" cy="2316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595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18CBB-87B7-39DE-17D0-B97C6B01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366487" cy="1320800"/>
          </a:xfrm>
        </p:spPr>
        <p:txBody>
          <a:bodyPr/>
          <a:lstStyle/>
          <a:p>
            <a:r>
              <a:rPr lang="pt-BR" dirty="0"/>
              <a:t>Exemplos de ALTER TABLE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16DE569-B4EE-E4EF-8109-63C77E77C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5" y="1691527"/>
            <a:ext cx="7052817" cy="4909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75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18CBB-87B7-39DE-17D0-B97C6B01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366487" cy="1320800"/>
          </a:xfrm>
        </p:spPr>
        <p:txBody>
          <a:bodyPr/>
          <a:lstStyle/>
          <a:p>
            <a:r>
              <a:rPr lang="pt-BR" dirty="0"/>
              <a:t>Adicionando </a:t>
            </a:r>
            <a:r>
              <a:rPr lang="pt-BR" dirty="0" err="1"/>
              <a:t>constraint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7FAE460-C54C-4C89-C6E3-7FB7A3BDF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350" y="2199872"/>
            <a:ext cx="7393101" cy="151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362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18CBB-87B7-39DE-17D0-B97C6B01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366487" cy="1320800"/>
          </a:xfrm>
        </p:spPr>
        <p:txBody>
          <a:bodyPr/>
          <a:lstStyle/>
          <a:p>
            <a:r>
              <a:rPr lang="pt-BR" dirty="0"/>
              <a:t>Exclusão de coluna e de tabela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C2E42B3-1622-F297-B7DE-58BDC73CA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309" y="2121296"/>
            <a:ext cx="7557763" cy="261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91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5040B3-1F00-2F8C-9677-2C256F212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692459"/>
          </a:xfrm>
        </p:spPr>
        <p:txBody>
          <a:bodyPr vert="horz" lIns="121920" tIns="60960" rIns="121920" bIns="60960" rtlCol="0" anchor="t">
            <a:normAutofit fontScale="90000"/>
          </a:bodyPr>
          <a:lstStyle/>
          <a:p>
            <a:r>
              <a:rPr lang="pt-BR" dirty="0">
                <a:solidFill>
                  <a:srgbClr val="007639"/>
                </a:solidFill>
              </a:rPr>
              <a:t>Exclusão de coluna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ECBAF77-255D-40EB-6AA5-CFB4186C6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166" y="2697800"/>
            <a:ext cx="5031569" cy="1717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48316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D2F83D-8FD1-07E9-33FB-B5524C6E9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Inserindo registro nas tabelas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6CBC91B-AE20-FD93-02CC-FEBC5CD57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42" y="2130002"/>
            <a:ext cx="11481625" cy="292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315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30BE51-3FEE-90D0-746D-02012673C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121920" tIns="60960" rIns="121920" bIns="60960" rtlCol="0" anchor="t">
            <a:normAutofit/>
          </a:bodyPr>
          <a:lstStyle/>
          <a:p>
            <a:r>
              <a:rPr lang="pt-BR" dirty="0">
                <a:solidFill>
                  <a:srgbClr val="007639"/>
                </a:solidFill>
              </a:rPr>
              <a:t>Categorias de comandos SQL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734AE6-A9D5-D80D-DDF3-D0239DEAA74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16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EBAF274-D665-F152-BBBD-3079DE567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653" y="1551619"/>
            <a:ext cx="5322620" cy="448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165939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18CBB-87B7-39DE-17D0-B97C6B01C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DML (Data </a:t>
            </a:r>
            <a:r>
              <a:rPr lang="pt-BR" b="1" dirty="0" err="1"/>
              <a:t>Manipulation</a:t>
            </a:r>
            <a:r>
              <a:rPr lang="pt-BR" b="1" dirty="0"/>
              <a:t> </a:t>
            </a:r>
            <a:r>
              <a:rPr lang="pt-BR" b="1" dirty="0" err="1"/>
              <a:t>Language</a:t>
            </a:r>
            <a:r>
              <a:rPr lang="pt-BR" b="1" dirty="0"/>
              <a:t>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3D70280-4F71-7369-6DDC-3BB772C1B8E1}"/>
              </a:ext>
            </a:extLst>
          </p:cNvPr>
          <p:cNvSpPr txBox="1"/>
          <p:nvPr/>
        </p:nvSpPr>
        <p:spPr>
          <a:xfrm>
            <a:off x="693562" y="1751860"/>
            <a:ext cx="1018893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Uma instrução DML é executada quando você:</a:t>
            </a:r>
          </a:p>
          <a:p>
            <a:pPr marL="990575" lvl="1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Adiciona novas linhas a uma tabela.</a:t>
            </a:r>
          </a:p>
          <a:p>
            <a:pPr marL="990575" lvl="1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Modifica linhas existentes em uma tabela.</a:t>
            </a:r>
          </a:p>
          <a:p>
            <a:pPr marL="990575" lvl="1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Remove linhas existentes de uma tabela.</a:t>
            </a:r>
          </a:p>
        </p:txBody>
      </p:sp>
    </p:spTree>
    <p:extLst>
      <p:ext uri="{BB962C8B-B14F-4D97-AF65-F5344CB8AC3E}">
        <p14:creationId xmlns:p14="http://schemas.microsoft.com/office/powerpoint/2010/main" val="2168175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/>
          <p:nvPr/>
        </p:nvSpPr>
        <p:spPr>
          <a:xfrm>
            <a:off x="5534764" y="2728794"/>
            <a:ext cx="5971436" cy="3351469"/>
          </a:xfrm>
          <a:custGeom>
            <a:avLst/>
            <a:gdLst/>
            <a:ahLst/>
            <a:cxnLst/>
            <a:rect l="l" t="t" r="r" b="b"/>
            <a:pathLst>
              <a:path w="8957154" h="5027203" extrusionOk="0">
                <a:moveTo>
                  <a:pt x="0" y="0"/>
                </a:moveTo>
                <a:lnTo>
                  <a:pt x="8957154" y="0"/>
                </a:lnTo>
                <a:lnTo>
                  <a:pt x="8957154" y="5027202"/>
                </a:lnTo>
                <a:lnTo>
                  <a:pt x="0" y="50272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2703905" y="3353924"/>
            <a:ext cx="2830859" cy="1779903"/>
          </a:xfrm>
          <a:custGeom>
            <a:avLst/>
            <a:gdLst/>
            <a:ahLst/>
            <a:cxnLst/>
            <a:rect l="l" t="t" r="r" b="b"/>
            <a:pathLst>
              <a:path w="4246288" h="2669854" extrusionOk="0">
                <a:moveTo>
                  <a:pt x="0" y="0"/>
                </a:moveTo>
                <a:lnTo>
                  <a:pt x="4246288" y="0"/>
                </a:lnTo>
                <a:lnTo>
                  <a:pt x="4246288" y="2669854"/>
                </a:lnTo>
                <a:lnTo>
                  <a:pt x="0" y="2669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1065159" y="1578205"/>
            <a:ext cx="6295475" cy="1564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4000"/>
              </a:lnSpc>
            </a:pPr>
            <a:r>
              <a:rPr lang="en-US" sz="2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Vamos compreender um pouco mais sobre os subconjuntos da linguagem SQL</a:t>
            </a:r>
            <a:endParaRPr sz="1200"/>
          </a:p>
          <a:p>
            <a:pPr>
              <a:lnSpc>
                <a:spcPct val="103384"/>
              </a:lnSpc>
            </a:pPr>
            <a:endParaRPr sz="26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3848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16" descr="SQL: O que é e como usar os principais comandos básicos SQL – Insights para  te ajudar na carreira em tecnologia | Blog da Tryb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037" y="1041310"/>
            <a:ext cx="7010400" cy="39345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16"/>
          <p:cNvGrpSpPr/>
          <p:nvPr/>
        </p:nvGrpSpPr>
        <p:grpSpPr>
          <a:xfrm>
            <a:off x="8084643" y="2801758"/>
            <a:ext cx="3680867" cy="1810393"/>
            <a:chOff x="14427660" y="1677670"/>
            <a:chExt cx="3478642" cy="3388980"/>
          </a:xfrm>
        </p:grpSpPr>
        <p:sp>
          <p:nvSpPr>
            <p:cNvPr id="318" name="Google Shape;318;p16"/>
            <p:cNvSpPr txBox="1"/>
            <p:nvPr/>
          </p:nvSpPr>
          <p:spPr>
            <a:xfrm>
              <a:off x="14448502" y="3102872"/>
              <a:ext cx="3457800" cy="4608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anchor="t" anchorCtr="0">
              <a:spAutoFit/>
            </a:bodyPr>
            <a:lstStyle/>
            <a:p>
              <a:pPr>
                <a:buClr>
                  <a:srgbClr val="000000"/>
                </a:buClr>
                <a:buSzPts val="1800"/>
              </a:pPr>
              <a:r>
                <a:rPr lang="en-US" sz="1200" b="1">
                  <a:solidFill>
                    <a:srgbClr val="253A44"/>
                  </a:solidFill>
                  <a:latin typeface="Arial"/>
                  <a:ea typeface="Arial"/>
                  <a:cs typeface="Arial"/>
                  <a:sym typeface="Arial"/>
                </a:rPr>
                <a:t>DDL - Linguagem de Definição de Dados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16"/>
            <p:cNvSpPr txBox="1"/>
            <p:nvPr/>
          </p:nvSpPr>
          <p:spPr>
            <a:xfrm>
              <a:off x="14441128" y="3860712"/>
              <a:ext cx="3457800" cy="4608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anchor="t" anchorCtr="0">
              <a:spAutoFit/>
            </a:bodyPr>
            <a:lstStyle/>
            <a:p>
              <a:pPr>
                <a:buClr>
                  <a:srgbClr val="000000"/>
                </a:buClr>
                <a:buSzPts val="1800"/>
              </a:pPr>
              <a:r>
                <a:rPr lang="en-US" sz="1200" b="1">
                  <a:solidFill>
                    <a:srgbClr val="253A44"/>
                  </a:solidFill>
                  <a:latin typeface="Arial"/>
                  <a:ea typeface="Arial"/>
                  <a:cs typeface="Arial"/>
                  <a:sym typeface="Arial"/>
                </a:rPr>
                <a:t>DCL - Linguagem de Controle de Dados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20" name="Google Shape;320;p16"/>
            <p:cNvGrpSpPr/>
            <p:nvPr/>
          </p:nvGrpSpPr>
          <p:grpSpPr>
            <a:xfrm>
              <a:off x="14427660" y="1677670"/>
              <a:ext cx="3297442" cy="3388980"/>
              <a:chOff x="14427660" y="1677670"/>
              <a:chExt cx="3297442" cy="3388980"/>
            </a:xfrm>
          </p:grpSpPr>
          <p:sp>
            <p:nvSpPr>
              <p:cNvPr id="321" name="Google Shape;321;p16"/>
              <p:cNvSpPr txBox="1"/>
              <p:nvPr/>
            </p:nvSpPr>
            <p:spPr>
              <a:xfrm>
                <a:off x="14427660" y="1677670"/>
                <a:ext cx="3276600" cy="460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0950" tIns="30467" rIns="60950" bIns="30467" anchor="t" anchorCtr="0">
                <a:sp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r>
                  <a:rPr lang="en-US" sz="1200" b="1">
                    <a:solidFill>
                      <a:srgbClr val="253A44"/>
                    </a:solidFill>
                    <a:latin typeface="Arial"/>
                    <a:ea typeface="Arial"/>
                    <a:cs typeface="Arial"/>
                    <a:sym typeface="Arial"/>
                  </a:rPr>
                  <a:t>DQL - Linguagem de Consulta de Dados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16"/>
              <p:cNvSpPr txBox="1"/>
              <p:nvPr/>
            </p:nvSpPr>
            <p:spPr>
              <a:xfrm>
                <a:off x="14433754" y="2345036"/>
                <a:ext cx="3200400" cy="460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0950" tIns="30467" rIns="60950" bIns="30467" anchor="t" anchorCtr="0">
                <a:sp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r>
                  <a:rPr lang="en-US" sz="1200" b="1">
                    <a:solidFill>
                      <a:srgbClr val="253A44"/>
                    </a:solidFill>
                    <a:latin typeface="Arial"/>
                    <a:ea typeface="Arial"/>
                    <a:cs typeface="Arial"/>
                    <a:sym typeface="Arial"/>
                  </a:rPr>
                  <a:t>DML - Linguagem de Manipulação de Dados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16"/>
              <p:cNvSpPr txBox="1"/>
              <p:nvPr/>
            </p:nvSpPr>
            <p:spPr>
              <a:xfrm>
                <a:off x="14448502" y="4605783"/>
                <a:ext cx="3276600" cy="460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0950" tIns="30467" rIns="60950" bIns="30467" anchor="t" anchorCtr="0">
                <a:sp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r>
                  <a:rPr lang="en-US" sz="1200" b="1">
                    <a:solidFill>
                      <a:srgbClr val="253A44"/>
                    </a:solidFill>
                    <a:latin typeface="Arial"/>
                    <a:ea typeface="Arial"/>
                    <a:cs typeface="Arial"/>
                    <a:sym typeface="Arial"/>
                  </a:rPr>
                  <a:t>DTL - Linguagem de Transação de Dados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24" name="Google Shape;324;p16"/>
          <p:cNvSpPr/>
          <p:nvPr/>
        </p:nvSpPr>
        <p:spPr>
          <a:xfrm rot="9268342">
            <a:off x="7359798" y="4885472"/>
            <a:ext cx="640557" cy="523757"/>
          </a:xfrm>
          <a:custGeom>
            <a:avLst/>
            <a:gdLst/>
            <a:ahLst/>
            <a:cxnLst/>
            <a:rect l="l" t="t" r="r" b="b"/>
            <a:pathLst>
              <a:path w="2560000" h="1619200" extrusionOk="0">
                <a:moveTo>
                  <a:pt x="0" y="0"/>
                </a:moveTo>
                <a:lnTo>
                  <a:pt x="2560000" y="0"/>
                </a:lnTo>
                <a:lnTo>
                  <a:pt x="2560000" y="1619200"/>
                </a:lnTo>
                <a:lnTo>
                  <a:pt x="0" y="1619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6"/>
          <p:cNvSpPr/>
          <p:nvPr/>
        </p:nvSpPr>
        <p:spPr>
          <a:xfrm>
            <a:off x="7323928" y="1266952"/>
            <a:ext cx="632094" cy="612557"/>
          </a:xfrm>
          <a:custGeom>
            <a:avLst/>
            <a:gdLst/>
            <a:ahLst/>
            <a:cxnLst/>
            <a:rect l="l" t="t" r="r" b="b"/>
            <a:pathLst>
              <a:path w="948141" h="918835" extrusionOk="0">
                <a:moveTo>
                  <a:pt x="0" y="0"/>
                </a:moveTo>
                <a:lnTo>
                  <a:pt x="948141" y="0"/>
                </a:lnTo>
                <a:lnTo>
                  <a:pt x="948141" y="918835"/>
                </a:lnTo>
                <a:lnTo>
                  <a:pt x="0" y="9188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6"/>
          <p:cNvSpPr txBox="1"/>
          <p:nvPr/>
        </p:nvSpPr>
        <p:spPr>
          <a:xfrm>
            <a:off x="8021606" y="1453345"/>
            <a:ext cx="3779642" cy="1033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16"/>
              </a:lnSpc>
              <a:buClr>
                <a:srgbClr val="000000"/>
              </a:buClr>
              <a:buSzPts val="2399"/>
            </a:pPr>
            <a:r>
              <a:rPr lang="en-US" sz="1599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linguagem SQL é organizada em subconjuntos, cada um com propósitos bem definidos.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6"/>
          <p:cNvSpPr/>
          <p:nvPr/>
        </p:nvSpPr>
        <p:spPr>
          <a:xfrm rot="4632377">
            <a:off x="10698296" y="2059363"/>
            <a:ext cx="640557" cy="523757"/>
          </a:xfrm>
          <a:custGeom>
            <a:avLst/>
            <a:gdLst/>
            <a:ahLst/>
            <a:cxnLst/>
            <a:rect l="l" t="t" r="r" b="b"/>
            <a:pathLst>
              <a:path w="2560000" h="1619200" extrusionOk="0">
                <a:moveTo>
                  <a:pt x="0" y="0"/>
                </a:moveTo>
                <a:lnTo>
                  <a:pt x="2560000" y="0"/>
                </a:lnTo>
                <a:lnTo>
                  <a:pt x="2560000" y="1619200"/>
                </a:lnTo>
                <a:lnTo>
                  <a:pt x="0" y="1619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6"/>
          <p:cNvSpPr txBox="1"/>
          <p:nvPr/>
        </p:nvSpPr>
        <p:spPr>
          <a:xfrm>
            <a:off x="8155377" y="4817421"/>
            <a:ext cx="3779600" cy="1722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16"/>
              </a:lnSpc>
              <a:buClr>
                <a:srgbClr val="000000"/>
              </a:buClr>
              <a:buSzPts val="2399"/>
            </a:pPr>
            <a:r>
              <a:rPr lang="en-US" sz="1599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Cada subconjunto terá um conjunto de comandos específicos para atender determinadas ações tais como: consulta, manipulação, definição, controle e transação.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08391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 txBox="1"/>
          <p:nvPr/>
        </p:nvSpPr>
        <p:spPr>
          <a:xfrm>
            <a:off x="1065159" y="1597832"/>
            <a:ext cx="9659991" cy="797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3981"/>
              </a:lnSpc>
            </a:pPr>
            <a:r>
              <a:rPr lang="en-US" sz="3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Query Language (DQL)</a:t>
            </a:r>
            <a:endParaRPr sz="1200"/>
          </a:p>
        </p:txBody>
      </p:sp>
      <p:sp>
        <p:nvSpPr>
          <p:cNvPr id="160" name="Google Shape;160;p5"/>
          <p:cNvSpPr txBox="1"/>
          <p:nvPr/>
        </p:nvSpPr>
        <p:spPr>
          <a:xfrm>
            <a:off x="1065159" y="2440604"/>
            <a:ext cx="8939791" cy="251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4000"/>
              </a:lnSpc>
            </a:pPr>
            <a:r>
              <a:rPr lang="en-US" sz="22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DQL é um subconjunto da linguagem SQL (Structured Query Language) usado exclusivamente para consultar dados de um banco de dados.</a:t>
            </a:r>
            <a:endParaRPr sz="1200"/>
          </a:p>
          <a:p>
            <a:pPr>
              <a:lnSpc>
                <a:spcPct val="144000"/>
              </a:lnSpc>
            </a:pPr>
            <a:endParaRPr sz="226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44000"/>
              </a:lnSpc>
            </a:pPr>
            <a:r>
              <a:rPr lang="en-US" sz="22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DQL é o subconjunto da linguagem SQL responsável por fazer perguntas ao banco de dados, sem alterar nada.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3228977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/>
          <p:nvPr/>
        </p:nvSpPr>
        <p:spPr>
          <a:xfrm>
            <a:off x="1065159" y="1681275"/>
            <a:ext cx="9586555" cy="2228511"/>
          </a:xfrm>
          <a:custGeom>
            <a:avLst/>
            <a:gdLst/>
            <a:ahLst/>
            <a:cxnLst/>
            <a:rect l="l" t="t" r="r" b="b"/>
            <a:pathLst>
              <a:path w="14379832" h="3342767" extrusionOk="0">
                <a:moveTo>
                  <a:pt x="0" y="0"/>
                </a:moveTo>
                <a:lnTo>
                  <a:pt x="14379832" y="0"/>
                </a:lnTo>
                <a:lnTo>
                  <a:pt x="14379832" y="3342767"/>
                </a:lnTo>
                <a:lnTo>
                  <a:pt x="0" y="33427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3496650" y="3680155"/>
            <a:ext cx="7155063" cy="2819004"/>
          </a:xfrm>
          <a:custGeom>
            <a:avLst/>
            <a:gdLst/>
            <a:ahLst/>
            <a:cxnLst/>
            <a:rect l="l" t="t" r="r" b="b"/>
            <a:pathLst>
              <a:path w="10732594" h="4228506" extrusionOk="0">
                <a:moveTo>
                  <a:pt x="0" y="0"/>
                </a:moveTo>
                <a:lnTo>
                  <a:pt x="10732595" y="0"/>
                </a:lnTo>
                <a:lnTo>
                  <a:pt x="10732595" y="4228506"/>
                </a:lnTo>
                <a:lnTo>
                  <a:pt x="0" y="42285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 rot="-7782497" flipH="1">
            <a:off x="2068271" y="3279171"/>
            <a:ext cx="1656380" cy="1047660"/>
          </a:xfrm>
          <a:custGeom>
            <a:avLst/>
            <a:gdLst/>
            <a:ahLst/>
            <a:cxnLst/>
            <a:rect l="l" t="t" r="r" b="b"/>
            <a:pathLst>
              <a:path w="2484570" h="1571490" extrusionOk="0">
                <a:moveTo>
                  <a:pt x="0" y="1571491"/>
                </a:moveTo>
                <a:lnTo>
                  <a:pt x="2484570" y="1571491"/>
                </a:lnTo>
                <a:lnTo>
                  <a:pt x="2484570" y="0"/>
                </a:lnTo>
                <a:lnTo>
                  <a:pt x="0" y="0"/>
                </a:lnTo>
                <a:lnTo>
                  <a:pt x="0" y="1571491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801484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 txBox="1"/>
          <p:nvPr/>
        </p:nvSpPr>
        <p:spPr>
          <a:xfrm>
            <a:off x="1065159" y="1861016"/>
            <a:ext cx="8939791" cy="5303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4000"/>
              </a:lnSpc>
            </a:pPr>
            <a:r>
              <a:rPr lang="en-US" sz="3133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Por que a DQL é importante???</a:t>
            </a:r>
            <a:endParaRPr sz="1200"/>
          </a:p>
          <a:p>
            <a:pPr>
              <a:lnSpc>
                <a:spcPct val="144000"/>
              </a:lnSpc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Porque:</a:t>
            </a:r>
            <a:endParaRPr sz="1200"/>
          </a:p>
          <a:p>
            <a:pPr>
              <a:lnSpc>
                <a:spcPct val="144000"/>
              </a:lnSpc>
            </a:pPr>
            <a:endParaRPr sz="2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61373" lvl="1" indent="-280687">
              <a:lnSpc>
                <a:spcPct val="144000"/>
              </a:lnSpc>
              <a:buClr>
                <a:srgbClr val="000000"/>
              </a:buClr>
              <a:buSzPts val="3900"/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Permite analisar informações salvas no banco</a:t>
            </a:r>
            <a:endParaRPr sz="1200"/>
          </a:p>
          <a:p>
            <a:pPr marL="561373" lvl="1" indent="-280687">
              <a:lnSpc>
                <a:spcPct val="144000"/>
              </a:lnSpc>
              <a:buClr>
                <a:srgbClr val="000000"/>
              </a:buClr>
              <a:buSzPts val="3900"/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É usada em relatórios, painéis, e sistemas</a:t>
            </a:r>
            <a:endParaRPr sz="1200"/>
          </a:p>
          <a:p>
            <a:pPr marL="561373" lvl="1" indent="-280687">
              <a:lnSpc>
                <a:spcPct val="144000"/>
              </a:lnSpc>
              <a:buClr>
                <a:srgbClr val="000000"/>
              </a:buClr>
              <a:buSzPts val="3900"/>
              <a:buFont typeface="Arial"/>
              <a:buChar char="•"/>
            </a:pPr>
            <a:r>
              <a:rPr lang="en-US" sz="2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É a parte mais usada do SQL no dia a dia</a:t>
            </a:r>
            <a:endParaRPr sz="1200"/>
          </a:p>
          <a:p>
            <a:pPr>
              <a:lnSpc>
                <a:spcPct val="144000"/>
              </a:lnSpc>
            </a:pPr>
            <a:endParaRPr sz="26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44000"/>
              </a:lnSpc>
            </a:pPr>
            <a:endParaRPr sz="26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44000"/>
              </a:lnSpc>
            </a:pPr>
            <a:endParaRPr sz="26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667079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"/>
          <p:cNvSpPr txBox="1"/>
          <p:nvPr/>
        </p:nvSpPr>
        <p:spPr>
          <a:xfrm>
            <a:off x="1065159" y="1597832"/>
            <a:ext cx="9659991" cy="797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3981"/>
              </a:lnSpc>
            </a:pPr>
            <a:r>
              <a:rPr lang="en-US" sz="3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 Manipulation Language (DML)</a:t>
            </a:r>
            <a:endParaRPr sz="1200"/>
          </a:p>
        </p:txBody>
      </p:sp>
      <p:sp>
        <p:nvSpPr>
          <p:cNvPr id="196" name="Google Shape;196;p8"/>
          <p:cNvSpPr txBox="1"/>
          <p:nvPr/>
        </p:nvSpPr>
        <p:spPr>
          <a:xfrm>
            <a:off x="1065159" y="2440604"/>
            <a:ext cx="8939791" cy="3014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4000"/>
              </a:lnSpc>
            </a:pPr>
            <a:r>
              <a:rPr lang="en-US" sz="22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DML é o subconjunto da linguagem SQL responsável por manipular os dados armazenados nas tabelas de um banco de dados. Ou seja, a DML permite inserir, atualizar, apagar e consultar registros.</a:t>
            </a:r>
            <a:endParaRPr sz="1200"/>
          </a:p>
          <a:p>
            <a:pPr>
              <a:lnSpc>
                <a:spcPct val="144000"/>
              </a:lnSpc>
            </a:pPr>
            <a:endParaRPr sz="226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44000"/>
              </a:lnSpc>
            </a:pPr>
            <a:r>
              <a:rPr lang="en-US" sz="22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DML é o subconjunto da linguagem SQL responsável por manipular dados dentro das tabeles em uma instância de banco de dados.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3798154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"/>
          <p:cNvSpPr/>
          <p:nvPr/>
        </p:nvSpPr>
        <p:spPr>
          <a:xfrm>
            <a:off x="903921" y="2043360"/>
            <a:ext cx="6891887" cy="2348205"/>
          </a:xfrm>
          <a:custGeom>
            <a:avLst/>
            <a:gdLst/>
            <a:ahLst/>
            <a:cxnLst/>
            <a:rect l="l" t="t" r="r" b="b"/>
            <a:pathLst>
              <a:path w="10337831" h="3522308" extrusionOk="0">
                <a:moveTo>
                  <a:pt x="0" y="0"/>
                </a:moveTo>
                <a:lnTo>
                  <a:pt x="10337831" y="0"/>
                </a:lnTo>
                <a:lnTo>
                  <a:pt x="10337831" y="3522308"/>
                </a:lnTo>
                <a:lnTo>
                  <a:pt x="0" y="35223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1638975" y="4294266"/>
            <a:ext cx="6849435" cy="2372430"/>
          </a:xfrm>
          <a:custGeom>
            <a:avLst/>
            <a:gdLst/>
            <a:ahLst/>
            <a:cxnLst/>
            <a:rect l="l" t="t" r="r" b="b"/>
            <a:pathLst>
              <a:path w="10274153" h="3558645" extrusionOk="0">
                <a:moveTo>
                  <a:pt x="0" y="0"/>
                </a:moveTo>
                <a:lnTo>
                  <a:pt x="10274153" y="0"/>
                </a:lnTo>
                <a:lnTo>
                  <a:pt x="10274153" y="3558645"/>
                </a:lnTo>
                <a:lnTo>
                  <a:pt x="0" y="35586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6096001" y="1602395"/>
            <a:ext cx="6086559" cy="3468223"/>
          </a:xfrm>
          <a:custGeom>
            <a:avLst/>
            <a:gdLst/>
            <a:ahLst/>
            <a:cxnLst/>
            <a:rect l="l" t="t" r="r" b="b"/>
            <a:pathLst>
              <a:path w="9129839" h="5202334" extrusionOk="0">
                <a:moveTo>
                  <a:pt x="0" y="0"/>
                </a:moveTo>
                <a:lnTo>
                  <a:pt x="9129839" y="0"/>
                </a:lnTo>
                <a:lnTo>
                  <a:pt x="9129839" y="5202334"/>
                </a:lnTo>
                <a:lnTo>
                  <a:pt x="0" y="52023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 rot="-6092046" flipH="1">
            <a:off x="1224327" y="4311019"/>
            <a:ext cx="569459" cy="360183"/>
          </a:xfrm>
          <a:custGeom>
            <a:avLst/>
            <a:gdLst/>
            <a:ahLst/>
            <a:cxnLst/>
            <a:rect l="l" t="t" r="r" b="b"/>
            <a:pathLst>
              <a:path w="854189" h="540275" extrusionOk="0">
                <a:moveTo>
                  <a:pt x="0" y="540274"/>
                </a:moveTo>
                <a:lnTo>
                  <a:pt x="854189" y="540274"/>
                </a:lnTo>
                <a:lnTo>
                  <a:pt x="854189" y="0"/>
                </a:lnTo>
                <a:lnTo>
                  <a:pt x="0" y="0"/>
                </a:lnTo>
                <a:lnTo>
                  <a:pt x="0" y="540274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 rot="9634751" flipH="1">
            <a:off x="8532091" y="5155045"/>
            <a:ext cx="569459" cy="360183"/>
          </a:xfrm>
          <a:custGeom>
            <a:avLst/>
            <a:gdLst/>
            <a:ahLst/>
            <a:cxnLst/>
            <a:rect l="l" t="t" r="r" b="b"/>
            <a:pathLst>
              <a:path w="854189" h="540275" extrusionOk="0">
                <a:moveTo>
                  <a:pt x="0" y="540275"/>
                </a:moveTo>
                <a:lnTo>
                  <a:pt x="854190" y="540275"/>
                </a:lnTo>
                <a:lnTo>
                  <a:pt x="854190" y="0"/>
                </a:lnTo>
                <a:lnTo>
                  <a:pt x="0" y="0"/>
                </a:lnTo>
                <a:lnTo>
                  <a:pt x="0" y="540275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60001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"/>
          <p:cNvSpPr txBox="1"/>
          <p:nvPr/>
        </p:nvSpPr>
        <p:spPr>
          <a:xfrm>
            <a:off x="1065159" y="1880066"/>
            <a:ext cx="8939791" cy="518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4000"/>
              </a:lnSpc>
            </a:pPr>
            <a:r>
              <a:rPr lang="en-US" sz="2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Curiosidades e dicas sobre DML</a:t>
            </a: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200"/>
          </a:p>
          <a:p>
            <a:pPr>
              <a:lnSpc>
                <a:spcPct val="144000"/>
              </a:lnSpc>
            </a:pPr>
            <a:endParaRPr sz="2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61373" lvl="1" indent="-280687">
              <a:lnSpc>
                <a:spcPct val="144000"/>
              </a:lnSpc>
              <a:buClr>
                <a:srgbClr val="000000"/>
              </a:buClr>
              <a:buSzPts val="3900"/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Todos os comandos DML afetam os dados, mas não a estrutura das tabelas (isso é papel da DDL).</a:t>
            </a:r>
            <a:endParaRPr sz="1200"/>
          </a:p>
          <a:p>
            <a:pPr marL="561373" lvl="1" indent="-280687">
              <a:lnSpc>
                <a:spcPct val="144000"/>
              </a:lnSpc>
              <a:buClr>
                <a:srgbClr val="000000"/>
              </a:buClr>
              <a:buSzPts val="3900"/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É sempre recomendado usar WHERE com UPDATE e DELETE para evitar alterar ou apagar tudo por engano!</a:t>
            </a:r>
            <a:endParaRPr sz="1200"/>
          </a:p>
          <a:p>
            <a:pPr marL="561373" lvl="1" indent="-280687">
              <a:lnSpc>
                <a:spcPct val="144000"/>
              </a:lnSpc>
              <a:buClr>
                <a:srgbClr val="000000"/>
              </a:buClr>
              <a:buSzPts val="3900"/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 muitos bancos, as operações DML podem ser revertidas com ROLLBACK (se estiver em transação).</a:t>
            </a:r>
            <a:endParaRPr sz="1200"/>
          </a:p>
          <a:p>
            <a:pPr>
              <a:lnSpc>
                <a:spcPct val="144000"/>
              </a:lnSpc>
            </a:pPr>
            <a:endParaRPr sz="2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35495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"/>
          <p:cNvSpPr txBox="1"/>
          <p:nvPr/>
        </p:nvSpPr>
        <p:spPr>
          <a:xfrm>
            <a:off x="1065159" y="1597832"/>
            <a:ext cx="9659991" cy="797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3981"/>
              </a:lnSpc>
            </a:pPr>
            <a:r>
              <a:rPr lang="en-US" sz="3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Definition Language (DDL)</a:t>
            </a:r>
            <a:endParaRPr sz="1200"/>
          </a:p>
        </p:txBody>
      </p:sp>
      <p:sp>
        <p:nvSpPr>
          <p:cNvPr id="234" name="Google Shape;234;p11"/>
          <p:cNvSpPr txBox="1"/>
          <p:nvPr/>
        </p:nvSpPr>
        <p:spPr>
          <a:xfrm>
            <a:off x="1065159" y="2440604"/>
            <a:ext cx="8939791" cy="251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4000"/>
              </a:lnSpc>
            </a:pPr>
            <a:r>
              <a:rPr lang="en-US" sz="22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DDL é o subconjunto da linguagem SQL usado para criar, alterar e excluir estruturas do banco de dados, como tabelas, colunas, índices e relacionamentos.</a:t>
            </a:r>
            <a:endParaRPr sz="1200"/>
          </a:p>
          <a:p>
            <a:pPr>
              <a:lnSpc>
                <a:spcPct val="144000"/>
              </a:lnSpc>
            </a:pPr>
            <a:endParaRPr sz="226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44000"/>
              </a:lnSpc>
            </a:pPr>
            <a:r>
              <a:rPr lang="en-US" sz="22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DDL define a arquitetura do banco, ou seja, seu esqueleto técnico.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41215755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"/>
          <p:cNvSpPr/>
          <p:nvPr/>
        </p:nvSpPr>
        <p:spPr>
          <a:xfrm>
            <a:off x="1065159" y="1731594"/>
            <a:ext cx="5857773" cy="2248681"/>
          </a:xfrm>
          <a:custGeom>
            <a:avLst/>
            <a:gdLst/>
            <a:ahLst/>
            <a:cxnLst/>
            <a:rect l="l" t="t" r="r" b="b"/>
            <a:pathLst>
              <a:path w="8786660" h="3373021" extrusionOk="0">
                <a:moveTo>
                  <a:pt x="0" y="0"/>
                </a:moveTo>
                <a:lnTo>
                  <a:pt x="8786660" y="0"/>
                </a:lnTo>
                <a:lnTo>
                  <a:pt x="8786660" y="3373021"/>
                </a:lnTo>
                <a:lnTo>
                  <a:pt x="0" y="3373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2249972" y="4189824"/>
            <a:ext cx="4672961" cy="2359845"/>
          </a:xfrm>
          <a:custGeom>
            <a:avLst/>
            <a:gdLst/>
            <a:ahLst/>
            <a:cxnLst/>
            <a:rect l="l" t="t" r="r" b="b"/>
            <a:pathLst>
              <a:path w="7009441" h="3539768" extrusionOk="0">
                <a:moveTo>
                  <a:pt x="0" y="0"/>
                </a:moveTo>
                <a:lnTo>
                  <a:pt x="7009441" y="0"/>
                </a:lnTo>
                <a:lnTo>
                  <a:pt x="7009441" y="3539767"/>
                </a:lnTo>
                <a:lnTo>
                  <a:pt x="0" y="35397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6666819" y="1633666"/>
            <a:ext cx="4610630" cy="4718692"/>
          </a:xfrm>
          <a:custGeom>
            <a:avLst/>
            <a:gdLst/>
            <a:ahLst/>
            <a:cxnLst/>
            <a:rect l="l" t="t" r="r" b="b"/>
            <a:pathLst>
              <a:path w="6915945" h="7078038" extrusionOk="0">
                <a:moveTo>
                  <a:pt x="0" y="0"/>
                </a:moveTo>
                <a:lnTo>
                  <a:pt x="6915945" y="0"/>
                </a:lnTo>
                <a:lnTo>
                  <a:pt x="6915945" y="7078038"/>
                </a:lnTo>
                <a:lnTo>
                  <a:pt x="0" y="7078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 rot="-7038643" flipH="1">
            <a:off x="1674587" y="4009733"/>
            <a:ext cx="569459" cy="360183"/>
          </a:xfrm>
          <a:custGeom>
            <a:avLst/>
            <a:gdLst/>
            <a:ahLst/>
            <a:cxnLst/>
            <a:rect l="l" t="t" r="r" b="b"/>
            <a:pathLst>
              <a:path w="854189" h="540275" extrusionOk="0">
                <a:moveTo>
                  <a:pt x="0" y="540275"/>
                </a:moveTo>
                <a:lnTo>
                  <a:pt x="854189" y="540275"/>
                </a:lnTo>
                <a:lnTo>
                  <a:pt x="854189" y="0"/>
                </a:lnTo>
                <a:lnTo>
                  <a:pt x="0" y="0"/>
                </a:lnTo>
                <a:lnTo>
                  <a:pt x="0" y="540275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 rot="9634751" flipH="1">
            <a:off x="6139681" y="4169153"/>
            <a:ext cx="569459" cy="360183"/>
          </a:xfrm>
          <a:custGeom>
            <a:avLst/>
            <a:gdLst/>
            <a:ahLst/>
            <a:cxnLst/>
            <a:rect l="l" t="t" r="r" b="b"/>
            <a:pathLst>
              <a:path w="854189" h="540275" extrusionOk="0">
                <a:moveTo>
                  <a:pt x="0" y="540274"/>
                </a:moveTo>
                <a:lnTo>
                  <a:pt x="854189" y="540274"/>
                </a:lnTo>
                <a:lnTo>
                  <a:pt x="854189" y="0"/>
                </a:lnTo>
                <a:lnTo>
                  <a:pt x="0" y="0"/>
                </a:lnTo>
                <a:lnTo>
                  <a:pt x="0" y="540274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727181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"/>
          <p:cNvSpPr/>
          <p:nvPr/>
        </p:nvSpPr>
        <p:spPr>
          <a:xfrm>
            <a:off x="1065159" y="2854917"/>
            <a:ext cx="10105505" cy="2345524"/>
          </a:xfrm>
          <a:custGeom>
            <a:avLst/>
            <a:gdLst/>
            <a:ahLst/>
            <a:cxnLst/>
            <a:rect l="l" t="t" r="r" b="b"/>
            <a:pathLst>
              <a:path w="15158258" h="3518286" extrusionOk="0">
                <a:moveTo>
                  <a:pt x="0" y="0"/>
                </a:moveTo>
                <a:lnTo>
                  <a:pt x="15158258" y="0"/>
                </a:lnTo>
                <a:lnTo>
                  <a:pt x="15158258" y="3518286"/>
                </a:lnTo>
                <a:lnTo>
                  <a:pt x="0" y="35182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7663" b="-7663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 txBox="1"/>
          <p:nvPr/>
        </p:nvSpPr>
        <p:spPr>
          <a:xfrm>
            <a:off x="1065159" y="1880066"/>
            <a:ext cx="8939791" cy="1152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4000"/>
              </a:lnSpc>
            </a:pPr>
            <a:r>
              <a:rPr lang="en-US" sz="2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Resumo Comparativo entre DDL vs. DML vs. DQL</a:t>
            </a:r>
            <a:endParaRPr sz="1200"/>
          </a:p>
          <a:p>
            <a:pPr>
              <a:lnSpc>
                <a:spcPct val="144000"/>
              </a:lnSpc>
            </a:pPr>
            <a:endParaRPr sz="26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5978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C3D25D-2783-C75F-2B7F-422803A1D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327" y="152689"/>
            <a:ext cx="10515600" cy="1325563"/>
          </a:xfrm>
        </p:spPr>
        <p:txBody>
          <a:bodyPr/>
          <a:lstStyle/>
          <a:p>
            <a:r>
              <a:rPr lang="pt-BR" b="1" dirty="0"/>
              <a:t>Criar as tabelas e inserir dados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A1BE138-B35C-DB68-A9A3-AAF6F6EE2CB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29</a:t>
            </a:fld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238" y="1368136"/>
            <a:ext cx="8473659" cy="517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70096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1313</TotalTime>
  <Words>674</Words>
  <Application>Microsoft Office PowerPoint</Application>
  <PresentationFormat>Widescreen</PresentationFormat>
  <Paragraphs>100</Paragraphs>
  <Slides>29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Calibri Light</vt:lpstr>
      <vt:lpstr>Open Sans</vt:lpstr>
      <vt:lpstr>Tema do Office</vt:lpstr>
      <vt:lpstr>Banco de Dados Prof. Perini</vt:lpstr>
      <vt:lpstr>Linguagem SQL</vt:lpstr>
      <vt:lpstr>SQL – Structure Query Language</vt:lpstr>
      <vt:lpstr>Categorias de Comandos da Linguagem SQL</vt:lpstr>
      <vt:lpstr>A instrução CREATE TABLE</vt:lpstr>
      <vt:lpstr>Tipos de dados (SGBD Oracle)</vt:lpstr>
      <vt:lpstr>Criando uma tabela</vt:lpstr>
      <vt:lpstr>Restrições (constraints)</vt:lpstr>
      <vt:lpstr>Exemplo</vt:lpstr>
      <vt:lpstr>A instrução ALTER TABLE</vt:lpstr>
      <vt:lpstr>Exemplos de ALTER TABLE</vt:lpstr>
      <vt:lpstr>Adicionando constraint</vt:lpstr>
      <vt:lpstr>Exclusão de coluna e de tabela</vt:lpstr>
      <vt:lpstr>Exclusão de coluna</vt:lpstr>
      <vt:lpstr>Inserindo registro nas tabelas </vt:lpstr>
      <vt:lpstr>Categorias de comandos SQL</vt:lpstr>
      <vt:lpstr>DML (Data Manipulation Language)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Criar as tabelas e inserir dados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Dados</dc:title>
  <dc:creator>User</dc:creator>
  <cp:lastModifiedBy>José Carlos Perini</cp:lastModifiedBy>
  <cp:revision>66</cp:revision>
  <cp:lastPrinted>2025-02-20T20:17:22Z</cp:lastPrinted>
  <dcterms:created xsi:type="dcterms:W3CDTF">2024-02-07T18:08:06Z</dcterms:created>
  <dcterms:modified xsi:type="dcterms:W3CDTF">2026-03-25T22:18:10Z</dcterms:modified>
</cp:coreProperties>
</file>