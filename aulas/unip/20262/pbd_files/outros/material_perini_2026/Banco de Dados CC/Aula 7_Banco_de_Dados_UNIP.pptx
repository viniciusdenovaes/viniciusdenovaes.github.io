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56" r:id="rId3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</a:t>
            </a:r>
            <a:r>
              <a:rPr lang="pt-BR" sz="3200"/>
              <a:t>. Perini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Prática de Linguagem SQL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Criar as tabelas a seguir e incluir alguns registros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31334"/>
            <a:ext cx="114681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82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21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Banco de Dados Prof. Perini</vt:lpstr>
      <vt:lpstr>Criar as tabelas a seguir e incluir alguns registros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67</cp:revision>
  <cp:lastPrinted>2025-02-20T20:17:22Z</cp:lastPrinted>
  <dcterms:created xsi:type="dcterms:W3CDTF">2024-02-07T18:08:06Z</dcterms:created>
  <dcterms:modified xsi:type="dcterms:W3CDTF">2026-04-15T20:58:29Z</dcterms:modified>
</cp:coreProperties>
</file>