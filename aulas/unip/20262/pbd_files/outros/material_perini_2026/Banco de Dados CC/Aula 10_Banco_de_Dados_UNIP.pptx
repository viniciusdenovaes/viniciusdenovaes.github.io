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32" r:id="rId3"/>
    <p:sldId id="433" r:id="rId4"/>
    <p:sldId id="434" r:id="rId5"/>
    <p:sldId id="435" r:id="rId6"/>
    <p:sldId id="436" r:id="rId7"/>
    <p:sldId id="439" r:id="rId8"/>
    <p:sldId id="438" r:id="rId9"/>
    <p:sldId id="440" r:id="rId10"/>
    <p:sldId id="441" r:id="rId11"/>
    <p:sldId id="442" r:id="rId12"/>
    <p:sldId id="443" r:id="rId13"/>
    <p:sldId id="444" r:id="rId14"/>
    <p:sldId id="445" r:id="rId15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10 – </a:t>
            </a:r>
            <a:r>
              <a:rPr lang="pt-BR" dirty="0" err="1"/>
              <a:t>Select</a:t>
            </a:r>
            <a:r>
              <a:rPr lang="pt-BR" dirty="0"/>
              <a:t> com funções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Funções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49211"/>
          </a:xfrm>
        </p:spPr>
        <p:txBody>
          <a:bodyPr/>
          <a:lstStyle/>
          <a:p>
            <a:r>
              <a:rPr lang="pt-BR" dirty="0"/>
              <a:t>Funções são usadas para manipular itens de dados. </a:t>
            </a:r>
          </a:p>
          <a:p>
            <a:r>
              <a:rPr lang="pt-BR" dirty="0"/>
              <a:t>Elas aceitam um ou mais argumentos e retornam um valor para cada linha retornada pela consulta. </a:t>
            </a:r>
          </a:p>
          <a:p>
            <a:r>
              <a:rPr lang="pt-BR" dirty="0"/>
              <a:t>As funções são utilizadas para manipular caracteres, números, datas e para conversão de dados.</a:t>
            </a:r>
          </a:p>
        </p:txBody>
      </p:sp>
    </p:spTree>
    <p:extLst>
      <p:ext uri="{BB962C8B-B14F-4D97-AF65-F5344CB8AC3E}">
        <p14:creationId xmlns:p14="http://schemas.microsoft.com/office/powerpoint/2010/main" val="152620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Funções 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488" y="1231607"/>
            <a:ext cx="7736057" cy="438148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488" y="5625052"/>
            <a:ext cx="7736058" cy="78657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006771" y="6419273"/>
            <a:ext cx="149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 err="1"/>
              <a:t>Puga</a:t>
            </a:r>
            <a:r>
              <a:rPr lang="pt-BR" sz="1400" dirty="0"/>
              <a:t>, 2013</a:t>
            </a:r>
          </a:p>
        </p:txBody>
      </p:sp>
    </p:spTree>
    <p:extLst>
      <p:ext uri="{BB962C8B-B14F-4D97-AF65-F5344CB8AC3E}">
        <p14:creationId xmlns:p14="http://schemas.microsoft.com/office/powerpoint/2010/main" val="49662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Funções </a:t>
            </a:r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3126" y="1122208"/>
            <a:ext cx="6389539" cy="5297065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2530763" y="6419273"/>
            <a:ext cx="149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 err="1"/>
              <a:t>Puga</a:t>
            </a:r>
            <a:r>
              <a:rPr lang="pt-BR" sz="1400" dirty="0"/>
              <a:t>, 2013</a:t>
            </a:r>
          </a:p>
        </p:txBody>
      </p:sp>
    </p:spTree>
    <p:extLst>
      <p:ext uri="{BB962C8B-B14F-4D97-AF65-F5344CB8AC3E}">
        <p14:creationId xmlns:p14="http://schemas.microsoft.com/office/powerpoint/2010/main" val="346153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Exemplos de Funções 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281" y="1308389"/>
            <a:ext cx="9512529" cy="505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2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Exemplos de Funções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048" y="1299151"/>
            <a:ext cx="9138516" cy="485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7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436" y="0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Funções Numéricas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276639" y="6319314"/>
            <a:ext cx="149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Fonte: </a:t>
            </a:r>
            <a:r>
              <a:rPr lang="pt-BR" sz="1400" dirty="0" err="1"/>
              <a:t>Puga</a:t>
            </a:r>
            <a:r>
              <a:rPr lang="pt-BR" sz="1400" dirty="0"/>
              <a:t>, 2013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745" y="662535"/>
            <a:ext cx="5199820" cy="492273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45" y="5499556"/>
            <a:ext cx="5199820" cy="125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71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7508" y="175491"/>
            <a:ext cx="10515600" cy="854523"/>
          </a:xfrm>
        </p:spPr>
        <p:txBody>
          <a:bodyPr/>
          <a:lstStyle/>
          <a:p>
            <a:pPr algn="ctr"/>
            <a:r>
              <a:rPr lang="pt-BR" b="1" dirty="0"/>
              <a:t>Exemplos com Funções Numéricas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995" y="1228581"/>
            <a:ext cx="881062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78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Funções para manipular datas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98957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O Oracle armazena datas em um formato numérico interno, representando o século, ano, mês, dia, horas, minutos e segundos, sendo assim, pode-se executar operações aritméticas com elas. </a:t>
            </a:r>
          </a:p>
          <a:p>
            <a:pPr algn="just"/>
            <a:r>
              <a:rPr lang="pt-BR" dirty="0"/>
              <a:t>O formato de entrada e exibição default para qualquer data é DD-MON-YY. Datas válidas para a Oracle estão entre 1 de janeiro, 4712 A.C. e 31 de dezembro, 9999 D.C.</a:t>
            </a:r>
          </a:p>
        </p:txBody>
      </p:sp>
    </p:spTree>
    <p:extLst>
      <p:ext uri="{BB962C8B-B14F-4D97-AF65-F5344CB8AC3E}">
        <p14:creationId xmlns:p14="http://schemas.microsoft.com/office/powerpoint/2010/main" val="3554281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Exemplo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98957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Exibir o nome e o número de semanas trabalhadas de todos os funcionários do departamento 10:</a:t>
            </a:r>
          </a:p>
          <a:p>
            <a:pPr algn="just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58" y="2678456"/>
            <a:ext cx="7319241" cy="389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0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Funções para manipular datas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1530"/>
            <a:ext cx="8810625" cy="2286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8372"/>
            <a:ext cx="873442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13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Exemplo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9988"/>
            <a:ext cx="10515600" cy="3198957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Selecionar o número de meses trabalhados de cada funcionário.</a:t>
            </a:r>
          </a:p>
          <a:p>
            <a:pPr algn="just"/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76" y="2149619"/>
            <a:ext cx="5791488" cy="385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56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Exemplo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09988"/>
            <a:ext cx="10515600" cy="3198957"/>
          </a:xfrm>
        </p:spPr>
        <p:txBody>
          <a:bodyPr>
            <a:noAutofit/>
          </a:bodyPr>
          <a:lstStyle/>
          <a:p>
            <a:pPr algn="just"/>
            <a:r>
              <a:rPr lang="pt-BR" dirty="0"/>
              <a:t>Adicionar 10 meses a data de admissão do funcionário.</a:t>
            </a:r>
          </a:p>
          <a:p>
            <a:pPr algn="just"/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712" y="1961860"/>
            <a:ext cx="6124575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5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5691" y="324643"/>
            <a:ext cx="10515600" cy="1325563"/>
          </a:xfrm>
        </p:spPr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0218" y="1406525"/>
            <a:ext cx="11517746" cy="4351338"/>
          </a:xfrm>
        </p:spPr>
        <p:txBody>
          <a:bodyPr/>
          <a:lstStyle/>
          <a:p>
            <a:r>
              <a:rPr lang="pt-BR" dirty="0"/>
              <a:t>Entrar no Oracle Live</a:t>
            </a:r>
          </a:p>
          <a:p>
            <a:r>
              <a:rPr lang="pt-BR" dirty="0"/>
              <a:t>Fazer as consultas dos exemplos da aula de hoje</a:t>
            </a:r>
          </a:p>
        </p:txBody>
      </p:sp>
    </p:spTree>
    <p:extLst>
      <p:ext uri="{BB962C8B-B14F-4D97-AF65-F5344CB8AC3E}">
        <p14:creationId xmlns:p14="http://schemas.microsoft.com/office/powerpoint/2010/main" val="1700549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3454</TotalTime>
  <Words>225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Banco de Dados Prof. José Carlos Perini</vt:lpstr>
      <vt:lpstr>Funções </vt:lpstr>
      <vt:lpstr>Funções </vt:lpstr>
      <vt:lpstr>Funções </vt:lpstr>
      <vt:lpstr>Exemplos de Funções </vt:lpstr>
      <vt:lpstr>Exemplos de Funções </vt:lpstr>
      <vt:lpstr>Funções Numéricas</vt:lpstr>
      <vt:lpstr>Exemplos com Funções Numéricas</vt:lpstr>
      <vt:lpstr>Funções para manipular datas </vt:lpstr>
      <vt:lpstr>Exemplo </vt:lpstr>
      <vt:lpstr>Funções para manipular datas</vt:lpstr>
      <vt:lpstr>Exemplo </vt:lpstr>
      <vt:lpstr>Exemplo </vt:lpstr>
      <vt:lpstr>Prática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145</cp:revision>
  <cp:lastPrinted>2024-03-20T00:15:49Z</cp:lastPrinted>
  <dcterms:created xsi:type="dcterms:W3CDTF">2024-02-07T18:08:06Z</dcterms:created>
  <dcterms:modified xsi:type="dcterms:W3CDTF">2026-05-06T22:14:27Z</dcterms:modified>
</cp:coreProperties>
</file>