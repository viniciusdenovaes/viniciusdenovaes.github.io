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18" r:id="rId3"/>
    <p:sldId id="319" r:id="rId4"/>
    <p:sldId id="320" r:id="rId5"/>
    <p:sldId id="328" r:id="rId6"/>
    <p:sldId id="329" r:id="rId7"/>
    <p:sldId id="330" r:id="rId8"/>
    <p:sldId id="331" r:id="rId9"/>
    <p:sldId id="325" r:id="rId10"/>
    <p:sldId id="326" r:id="rId11"/>
    <p:sldId id="332" r:id="rId12"/>
    <p:sldId id="333" r:id="rId13"/>
    <p:sldId id="334" r:id="rId14"/>
  </p:sldIdLst>
  <p:sldSz cx="12192000" cy="6858000"/>
  <p:notesSz cx="6888163" cy="9671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42925" y="1208088"/>
            <a:ext cx="5802313" cy="3265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654193"/>
            <a:ext cx="5510530" cy="38079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04/03/2026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382" y="1510290"/>
            <a:ext cx="9144000" cy="2387600"/>
          </a:xfrm>
        </p:spPr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sz="3200" dirty="0"/>
              <a:t>Prof</a:t>
            </a:r>
            <a:r>
              <a:rPr lang="pt-BR" sz="3200"/>
              <a:t>. Perini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3897890"/>
            <a:ext cx="9144000" cy="1655762"/>
          </a:xfrm>
        </p:spPr>
        <p:txBody>
          <a:bodyPr/>
          <a:lstStyle/>
          <a:p>
            <a:r>
              <a:rPr lang="pt-BR" dirty="0"/>
              <a:t>Aula 3 Prática – Banco de Dados Relacional</a:t>
            </a:r>
          </a:p>
          <a:p>
            <a:r>
              <a:rPr lang="pt-BR" dirty="0"/>
              <a:t>Práticas Modelo Conceitual e Lógico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16" y="69526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Prática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Fazer o modelo lógico dos sistemas: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Berçário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Floricultura</a:t>
            </a:r>
          </a:p>
        </p:txBody>
      </p:sp>
    </p:spTree>
    <p:extLst>
      <p:ext uri="{BB962C8B-B14F-4D97-AF65-F5344CB8AC3E}">
        <p14:creationId xmlns:p14="http://schemas.microsoft.com/office/powerpoint/2010/main" val="925138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471487"/>
            <a:ext cx="9763125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257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967942"/>
            <a:ext cx="9163050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57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Prática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Fazer os modelos conceitual e lógico dos cenários seguintes (Exercícios 4, 5 e 6)</a:t>
            </a:r>
          </a:p>
        </p:txBody>
      </p:sp>
    </p:spTree>
    <p:extLst>
      <p:ext uri="{BB962C8B-B14F-4D97-AF65-F5344CB8AC3E}">
        <p14:creationId xmlns:p14="http://schemas.microsoft.com/office/powerpoint/2010/main" val="906503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416" y="1492250"/>
            <a:ext cx="5010150" cy="3924300"/>
          </a:xfrm>
          <a:prstGeom prst="rect">
            <a:avLst/>
          </a:prstGeom>
        </p:spPr>
      </p:pic>
      <p:pic>
        <p:nvPicPr>
          <p:cNvPr id="7" name="Espaço Reservado para Conteúdo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2668" y="1568450"/>
            <a:ext cx="49911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30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848" y="1487055"/>
            <a:ext cx="5688053" cy="435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38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4 – Modelo Conceitual</a:t>
            </a:r>
            <a:br>
              <a:rPr lang="pt-BR" dirty="0"/>
            </a:b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78" y="1255352"/>
            <a:ext cx="10999643" cy="492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42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4 – Modelo Lógico</a:t>
            </a:r>
            <a:br>
              <a:rPr lang="pt-BR" dirty="0"/>
            </a:b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20013"/>
            <a:ext cx="10300855" cy="512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205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5 – Modelo Conceitual</a:t>
            </a:r>
            <a:br>
              <a:rPr lang="pt-BR" dirty="0"/>
            </a:b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82" y="991394"/>
            <a:ext cx="10475912" cy="554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109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5 – Modelo Lógico</a:t>
            </a:r>
            <a:br>
              <a:rPr lang="pt-BR" dirty="0"/>
            </a:b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248207"/>
            <a:ext cx="11468100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14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6 – Modelo Conceitual</a:t>
            </a:r>
            <a:br>
              <a:rPr lang="pt-BR" dirty="0"/>
            </a:b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054" y="1134710"/>
            <a:ext cx="8049202" cy="53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92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6 – Modelo Lógico</a:t>
            </a:r>
            <a:br>
              <a:rPr lang="pt-BR" dirty="0"/>
            </a:b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48" y="1027906"/>
            <a:ext cx="10557597" cy="532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3818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1223</TotalTime>
  <Words>84</Words>
  <Application>Microsoft Office PowerPoint</Application>
  <PresentationFormat>Widescreen</PresentationFormat>
  <Paragraphs>15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do Office</vt:lpstr>
      <vt:lpstr>Banco de Dados Prof. Perini</vt:lpstr>
      <vt:lpstr>Prática</vt:lpstr>
      <vt:lpstr>Apresentação do PowerPoint</vt:lpstr>
      <vt:lpstr>Apresentação do PowerPoint</vt:lpstr>
      <vt:lpstr>Prática</vt:lpstr>
      <vt:lpstr>Apresentação do PowerPoint</vt:lpstr>
      <vt:lpstr>Apresentação do PowerPoint</vt:lpstr>
      <vt:lpstr>Exercício 4 – Modelo Conceitual </vt:lpstr>
      <vt:lpstr>Exercício 4 – Modelo Lógico </vt:lpstr>
      <vt:lpstr>Exercício 5 – Modelo Conceitual </vt:lpstr>
      <vt:lpstr>Exercício 5 – Modelo Lógico </vt:lpstr>
      <vt:lpstr>Exercício 6 – Modelo Conceitual </vt:lpstr>
      <vt:lpstr>Exercício 6 – Modelo Lógico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59</cp:revision>
  <cp:lastPrinted>2025-02-20T20:17:22Z</cp:lastPrinted>
  <dcterms:created xsi:type="dcterms:W3CDTF">2024-02-07T18:08:06Z</dcterms:created>
  <dcterms:modified xsi:type="dcterms:W3CDTF">2026-03-04T13:46:46Z</dcterms:modified>
</cp:coreProperties>
</file>