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24" r:id="rId3"/>
    <p:sldId id="327" r:id="rId4"/>
    <p:sldId id="318" r:id="rId5"/>
    <p:sldId id="319" r:id="rId6"/>
    <p:sldId id="320" r:id="rId7"/>
    <p:sldId id="323" r:id="rId8"/>
    <p:sldId id="321" r:id="rId9"/>
    <p:sldId id="322" r:id="rId10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03294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</a:t>
            </a:r>
            <a:r>
              <a:rPr lang="pt-BR" sz="3200"/>
              <a:t>. Perini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3 Prática – Banco de Dados Relacional</a:t>
            </a:r>
          </a:p>
          <a:p>
            <a:r>
              <a:rPr lang="pt-BR" dirty="0"/>
              <a:t>Práticas Modelo Conceitual e Lógico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Prática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94FF92-ECA3-E209-3F05-C12EAA3C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9307174" cy="3880773"/>
          </a:xfrm>
        </p:spPr>
        <p:txBody>
          <a:bodyPr>
            <a:normAutofit/>
          </a:bodyPr>
          <a:lstStyle/>
          <a:p>
            <a:r>
              <a:rPr lang="pt-BR" sz="4000" dirty="0"/>
              <a:t>Desenvolver o Modelo Lógico completo do sistema de escola.</a:t>
            </a:r>
          </a:p>
          <a:p>
            <a:pPr lvl="1"/>
            <a:r>
              <a:rPr lang="pt-BR" sz="3600" dirty="0"/>
              <a:t>Desenvolver a partir do modelo conceitual.</a:t>
            </a:r>
          </a:p>
          <a:p>
            <a:endParaRPr lang="pt-BR" sz="4000" dirty="0"/>
          </a:p>
          <a:p>
            <a:endParaRPr lang="pt-BR" sz="4000" dirty="0"/>
          </a:p>
          <a:p>
            <a:endParaRPr lang="pt-BR" sz="4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2142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Possível solução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1361205"/>
            <a:ext cx="8922761" cy="526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91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Prática de Hoje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Fazer o modelo lógico dos sistemas: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Berçário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Floricultura</a:t>
            </a:r>
          </a:p>
        </p:txBody>
      </p:sp>
    </p:spTree>
    <p:extLst>
      <p:ext uri="{BB962C8B-B14F-4D97-AF65-F5344CB8AC3E}">
        <p14:creationId xmlns:p14="http://schemas.microsoft.com/office/powerpoint/2010/main" val="925138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471487"/>
            <a:ext cx="976312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57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967942"/>
            <a:ext cx="9163050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5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Fazer os modelos conceitual e lógico dos cenários seguintes (Exercícios 4, 5 e 6)</a:t>
            </a:r>
          </a:p>
        </p:txBody>
      </p:sp>
    </p:spTree>
    <p:extLst>
      <p:ext uri="{BB962C8B-B14F-4D97-AF65-F5344CB8AC3E}">
        <p14:creationId xmlns:p14="http://schemas.microsoft.com/office/powerpoint/2010/main" val="66251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416" y="1492250"/>
            <a:ext cx="5010150" cy="3924300"/>
          </a:xfrm>
          <a:prstGeom prst="rect">
            <a:avLst/>
          </a:prstGeom>
        </p:spPr>
      </p:pic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2668" y="1568450"/>
            <a:ext cx="49911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8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848" y="1487055"/>
            <a:ext cx="5688053" cy="435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449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71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Banco de Dados Prof. Perini</vt:lpstr>
      <vt:lpstr>Prática</vt:lpstr>
      <vt:lpstr>Possível solução</vt:lpstr>
      <vt:lpstr>Prática de Hoje</vt:lpstr>
      <vt:lpstr>Apresentação do PowerPoint</vt:lpstr>
      <vt:lpstr>Apresentação do PowerPoint</vt:lpstr>
      <vt:lpstr>Prática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60</cp:revision>
  <cp:lastPrinted>2025-02-20T20:17:22Z</cp:lastPrinted>
  <dcterms:created xsi:type="dcterms:W3CDTF">2024-02-07T18:08:06Z</dcterms:created>
  <dcterms:modified xsi:type="dcterms:W3CDTF">2026-03-04T13:44:03Z</dcterms:modified>
</cp:coreProperties>
</file>